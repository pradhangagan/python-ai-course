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image" Target="../media/image-19-7.png"/><Relationship Id="rId8" Type="http://schemas.openxmlformats.org/officeDocument/2006/relationships/image" Target="../media/image-1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Mini-Project: Task Manager CLI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fully independent portfolio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 as Finance Tracker — new domain, your own build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5786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688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first: user stories → feature list → class design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0358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9260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Build: Task + TaskManager classes, JSON persistence, full CRUD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832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Ship: professional README, git tag v1.0, push to GitHub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950208"/>
            <a:ext cx="91440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84048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 ·  Intermediate  ·  VSCode + GitHub Copilot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Python · AI · ML Curriculum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PLAN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→ Build → Ship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0:00–0:20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389888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37360" y="139903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697480" y="12801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stories, feature list, class design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15727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syntax today — pure planning before code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039112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039112"/>
            <a:ext cx="54864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40280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0:20–0:30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37360" y="2240280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37360" y="224942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697480" y="2130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brief intro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242316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typing, never replace planning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89504"/>
            <a:ext cx="54864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09067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0:30–1:45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37360" y="3090672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30998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97480" y="298094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Manager CLI — 6 stages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697480" y="3273552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class → TaskManager → JSON → CRUD → menu → search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39896"/>
            <a:ext cx="84124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39896"/>
            <a:ext cx="54864" cy="74980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41064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1:45–2:00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737360" y="3941064"/>
            <a:ext cx="548640" cy="219456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395020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97480" y="383133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git tag v1.0, push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97480" y="4123944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your Week 1 portfolio piece — make it 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20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WE START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Pattern, New Domain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how to build this. Today proves it.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63040"/>
            <a:ext cx="420624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463040"/>
            <a:ext cx="4206240" cy="420624"/>
          </a:xfrm>
          <a:prstGeom prst="rect">
            <a:avLst/>
          </a:prstGeom>
          <a:solidFill>
            <a:srgbClr val="2563EB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5–6 (Finance Tracker)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5488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(Task Manager)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938528"/>
            <a:ext cx="42062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938528"/>
            <a:ext cx="42062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 class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class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414016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414016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FinanceTracker class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0" y="24871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TaskManager class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889504"/>
            <a:ext cx="42062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2889504"/>
            <a:ext cx="42062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 / from_dict()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54880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to_dict() / from_dict()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3364992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3364992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 / load() with JSON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54880" y="34381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save() / load() with JSON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5760" y="3840480"/>
            <a:ext cx="42062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840480"/>
            <a:ext cx="4206240" cy="420624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around file ops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39136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try/except around file ops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can do this confidently, you've actually learned the pattern.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Before You Code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105156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25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07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common junior mistake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66928" y="162763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"Opening the editor and just starting to type." Professionals plan first — what does the user need? What data do I store? What classes represent that data? THEN the code basically writes itself.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65760" y="2423160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3-step planning flow: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65760" y="2697480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" y="2697480"/>
            <a:ext cx="54864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48640" y="2825496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28254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75234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Story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0120" y="2971800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"As a user, I want to add a task with a due date so I don't forget important deadlines."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65760" y="3319272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65760" y="3319272"/>
            <a:ext cx="54864" cy="548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3447288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34472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74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960120" y="3593592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add_task(title, description, due_date, priority)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5760" y="3941064"/>
            <a:ext cx="8412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365760" y="3941064"/>
            <a:ext cx="54864" cy="5486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8640" y="4069080"/>
            <a:ext cx="292608" cy="292608"/>
          </a:xfrm>
          <a:prstGeom prst="roundRect">
            <a:avLst>
              <a:gd name="adj" fmla="val 25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48640" y="4069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960120" y="399592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Design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60120" y="4215384"/>
            <a:ext cx="7680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class with title, description, due_date, priority, status attributes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20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Feature 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user stories for these in 5 minutes before we build.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48132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481328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727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5361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task — title, description, due date, priority, status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481328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481328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727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74920" y="1536192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tasks — formatted table in terminal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048256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048256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139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1031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by status (Pending / Complete)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17720" y="2048256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048256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13969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74920" y="2103120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by priority (High / Medium / Low)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615184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2615184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2706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task as complete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17720" y="2615184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2615184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70662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74920" y="267004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task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1821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3182112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2735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32369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task title / due date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617720" y="3182112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17720" y="3182112"/>
            <a:ext cx="54864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27355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74920" y="3236976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keyword in title (bonus)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65760" y="3749040"/>
            <a:ext cx="40690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749040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84048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2960" y="3803904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Auto-load on startup, auto-save on every change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20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Three Jobs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33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— the same structure as Finance Tracker.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335024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50876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508760"/>
            <a:ext cx="54864" cy="9144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2377440" cy="2743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4767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main() menu loop, input()/print()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108960" y="167335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user. Day 6 equivalent: the Finance Tracker menu loop.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56032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56032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971800"/>
            <a:ext cx="2377440" cy="2743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9992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TaskManager methods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108960" y="272491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— add, filter, save, load. Day 6 equivalent: FinanceTracker.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3611880"/>
            <a:ext cx="84124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611880"/>
            <a:ext cx="54864" cy="914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03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2377440" cy="27432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5079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class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0" y="37764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ONE task. Day 6 equivalent: the Transaction class.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PLANNING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Anatomy &amp; GitHub Copilot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52144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README sections: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08176"/>
            <a:ext cx="4114800" cy="260604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517904"/>
            <a:ext cx="3785616" cy="2386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Title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One-line description.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Features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Bullet list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Installation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by step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Usage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 commands / screenshots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Tech Stack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Python, json, etc.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1408176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08176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9961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— today's rule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846320" y="1755648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it generate boilerplate (to_dict, repetitive prints). YOU review every suggestion. If you don't understand it, don't accept it.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2743200"/>
            <a:ext cx="4114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743200"/>
            <a:ext cx="54864" cy="12801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834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 rule: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46320" y="309067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accelerates typing. It does NOT replace planning. You plan the class design first — Copilot just helps you type it faster.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160520"/>
            <a:ext cx="54864" cy="594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1605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a screenshot of your terminal, drop it in the README. This is what makes a recruiter actually click into your repo."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— Task Manager CLI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457200" y="91440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6-STAGE BUILD — VSCODE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57200" y="111556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128016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65760" y="128016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14264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15568" y="14081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class (model)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1115568" y="1673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min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617720" y="128016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17720" y="128016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00600" y="142646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00600" y="14264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67528" y="140817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— add &amp; view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5367528" y="167335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min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65760" y="214884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365760" y="214884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48640" y="22951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864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5568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save / load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1115568" y="25420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min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4617720" y="214884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17720" y="214884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0600" y="229514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2951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5367528" y="227685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complete, delete, edit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5367528" y="254203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~20 min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65760" y="301752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365760" y="301752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48640" y="316382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48640" y="3163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115568" y="3145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loop + error handling</a:t>
            </a:r>
            <a:endParaRPr lang="en-US" sz="1150" dirty="0"/>
          </a:p>
        </p:txBody>
      </p:sp>
      <p:sp>
        <p:nvSpPr>
          <p:cNvPr id="36" name="Text 33"/>
          <p:cNvSpPr/>
          <p:nvPr/>
        </p:nvSpPr>
        <p:spPr>
          <a:xfrm>
            <a:off x="1115568" y="3410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~15 min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617720" y="3017520"/>
            <a:ext cx="4069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4617720" y="3017520"/>
            <a:ext cx="54864" cy="7315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00600" y="316382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800600" y="31638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5367528" y="314553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Search feature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5367528" y="3410712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~5 min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365760" y="425196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44" name="Shape 41"/>
          <p:cNvSpPr/>
          <p:nvPr/>
        </p:nvSpPr>
        <p:spPr>
          <a:xfrm>
            <a:off x="365760" y="4251960"/>
            <a:ext cx="54864" cy="7315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48640" y="43434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1783080" y="43434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not finish every feature today, and that's fine. The goal is a working core, not a perfect app.</a:t>
            </a:r>
            <a:endParaRPr lang="en-US" sz="1100" dirty="0"/>
          </a:p>
        </p:txBody>
      </p:sp>
      <p:sp>
        <p:nvSpPr>
          <p:cNvPr id="47" name="Text 44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1 OF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Class (Model)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as Day 6's Transaction class. New field names, same pattern.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"""Represents a single task."""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__init__(self, title, description="", due_date="",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priority="Medium", status="Pending"):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self.title = title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self.description = description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self.due_date = due_date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self.priority = priority   # High / Medium / Low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self.status = status        # Pending / Complete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mark_complete(self):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self.status = "Complete"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to_dict(self):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{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"title": self.title, "description": self.description,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"due_date": self.due_date, "priority": self.priority,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"status": self.status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@classmethod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from_dict(cls, data):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cls(data["title"], data.get("description", ""),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data.get("due_date", ""), data.get("priority", "Medium"),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data.get("status", "Pending"))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__str__(self):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marker = "✓" if self.status == "Complete" else " 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f"[{marker}] {self.title} (Due: {self.due_date or 'N/A'}) — {self.priority}"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2 OF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 — Add &amp; 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task list. Same filtering pattern as FinanceTracker.get_by_category().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TaskManager: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"""Manages a collection of tasks."""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__init__(self):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 = []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add_task(self, title, description="", due_date="", priority="Medium"):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task = Task(title, description, due_date, priority)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self.tasks.append(task)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  Added: {task.title}")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task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view_all(self):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self.tasks: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print("\n  No tasks yet.")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print("\n  --- All Tasks ---")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i, task in enumerate(self.tasks, 1):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{i}. {task}")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view_by_status(self, status):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filtered = [t for t in self.tasks if t.status.lower() == status.lower()]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i, task in enumerate(filtered, 1):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{i}. {task}")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3 OF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Save &amp; Load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shape to Day 6's FinanceTracker.save()/load(). This should feel easy now.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json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TaskManager: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save(self, filename="tasks.json"):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"""Save all tasks to a JSON file."""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with open(filename, "w") as f: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data = [t.to_dict() for t in self.tasks]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json.dump(data, f, indent=2)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IOError as e: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Error saving tasks: {e}")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load(self, filename="tasks.json"):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"""Load tasks from a JSON file, if it exists."""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os.path.exists(filename):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  No saved tasks found. Starting fresh.")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with open(filename, "r") as f: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data = json.load(f)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self.tasks = [Task.from_dict(d) for d in data]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Loaded {len(self.tasks)} tasks.")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(json.JSONDecodeError, IOError) as e: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Error loading tasks: {e}")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self.tasks = []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4 OF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Complete, Delete, Edit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index - 1 conversion — users see Task 1, lists start at 0.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TaskManager: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mark_complete(self, index):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"""index is 1-based, as shown to the user."""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self.tasks[index - 1].mark_complete()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Marked '{self.tasks[index - 1].title}' as complete.")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IndexError: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  Invalid task number.")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delete_task(self, index):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removed = self.tasks.pop(index - 1)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Deleted: {removed.title}")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IndexError: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  Invalid task number.")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edit_task(self, index, new_title=None, new_due_date=None):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try: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task = self.tasks[index - 1]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new_title: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task.title = new_title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new_due_date: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task.due_date = new_due_date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Updated task: {task}")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except IndexError: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  Invalid task number.")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DETAIL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1-Based vs 0-Based Gotcha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22860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98448"/>
            <a:ext cx="808329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User sees on screen: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Buy groceries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Study Python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Submit assignment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But Python's list is 0-indexed: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tasks[0]  -&gt;  "Buy groceries"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tasks[1]  -&gt;  "Study Python"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tasks[2]  -&gt;  "Submit assignment"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 when user types "2" meaning Task #2 (Study Python):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self.tasks[index - 1]   # index=2 -&gt; tasks[1] -&gt; correct!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611880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3611880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7490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37307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classic, important real-world bug source.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" y="406908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every student say out loud WHY we subtract 1 before moving on. This habit prevents off-by-one bugs for the rest of their career.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5 OF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Loop + Error Handling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identical to Day 6's Finance Tracker main(). Type with confidence.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338328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main():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print("\n  === Task Manager CLI ===")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manager = TaskManager()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manager.load()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True: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print("\n  1. Add  2. View all  3. By status  4. By priority")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print("  5. Complete  6. Delete  7. Edit  8. Search  9. Exit")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choice = input("\n  Choose: ").strip()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choice == "1":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title = input("  Title: ").strip()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not title: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print("  Title cannot be empty.")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continue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due = input("  Due date (YYYY-MM-DD): ").strip()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priority = input("  Priority (default Medium): ").strip() or "Medium"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manager.add_task(title, "", due, priority)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manager.save()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"5":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manager.view_all()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try: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idx = int(input("  Task number: "))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manager.mark_complete(idx); manager.save()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except ValueError: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print("  Please enter a valid number.")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choice == "9":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print("\n  Goodbye!"); break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main()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ALONG — STAGE 6 OF 6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Search Feature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978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finishers should try writing this themselves before seeing the code.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225296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71600"/>
            <a:ext cx="8412480" cy="219456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481328"/>
            <a:ext cx="808329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to TaskManager: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search(self, keyword):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"""Search tasks by keyword in the title."""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keyword = keyword.lower()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 = [t for t in self.tasks if keyword in t.title.lower()]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not results: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print(f"\n  No tasks matching '{keyword}'.")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print(f"\n  --- Search Results for '{keyword}' ---")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i, task in enumerate(results, 1):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print(f"  {i}. {task}")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menu option 8 in main():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choice == "8":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keyword = input("  Search keyword: ").strip()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manager.search(keyword)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703320"/>
            <a:ext cx="84124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3703320"/>
            <a:ext cx="54864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794760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list-comprehension pattern you've used all week: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0507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[item for item in collection if condition] — filtering by category (Day 5), by status (today), now by keyword. One pattern, infinite uses.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1316736"/>
            <a:ext cx="237744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350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vs 1 indexing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3035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sees Task 1, list index is 0. Always index - 1.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82312" y="1316736"/>
            <a:ext cx="237744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18888" y="133502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Forgetting save() after edits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82312" y="166420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state change → save immediately, not just on exit.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28600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2414016"/>
            <a:ext cx="237744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4323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int(input()) crashes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types 'abc' → ValueError. Always wrap in try/except.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17720" y="228600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28600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82312" y="2414016"/>
            <a:ext cx="237744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4323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Mutable default arguments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82312" y="276148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habit creeping back — review the Day 5 warning.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383280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0352" y="3511296"/>
            <a:ext cx="237744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5295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Only testing with existing data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3035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tasks.json and test the empty-state case too.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383280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17720" y="3383280"/>
            <a:ext cx="54864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82312" y="3511296"/>
            <a:ext cx="2377440" cy="292608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18888" y="352958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Skipping README until the end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82312" y="385876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20% of the grade — treat it as part of the project.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It: README + Git Tag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9144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template: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4297680" cy="27432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1280160"/>
            <a:ext cx="3968496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 Manager CLI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command-line task manager built in Python.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Add, track, and complete tasks with priorities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due dates — data persists in JSON.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Features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tasks with title, due date, priority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View all, or filter by status / priority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Mark complete, edit, delete, search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Auto-saves to tasks.json on every change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Installation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&lt;repo-url&gt;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task-manager-cli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Tech Stack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3, json (standard library)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91440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your release: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170432"/>
            <a:ext cx="3931920" cy="1371600"/>
          </a:xfrm>
          <a:prstGeom prst="rect">
            <a:avLst/>
          </a:prstGeom>
          <a:solidFill>
            <a:srgbClr val="F4F4F0"/>
          </a:solidFill>
          <a:ln w="12700">
            <a:solidFill>
              <a:srgbClr val="D8D8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10912" y="1280160"/>
            <a:ext cx="360273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add .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commit -m "Day 7: Task Manager CLI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— Week 1 portfolio project"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tag v1.0</a:t>
            </a:r>
            <a:endParaRPr lang="en-US" sz="10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1919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push --tags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46320" y="2670048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2670048"/>
            <a:ext cx="54864" cy="12344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0" y="27614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tag releases?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0" y="30175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tag v1.0 marks 'this is a complete, working version.' Standard practice in every real project. Recruiters notice tags.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4041648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65760" y="4041648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8640" y="404164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tip: a dedicated standalone repo (not buried in a folder) makes a stronger, linkable portfolio piece.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Pattern Runs the Software World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36118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apps you know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8653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Todoist, Things, TickTick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6928" y="23225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exactly this CRUD pattern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" y="27797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+ Manager + Persistence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" y="3236976"/>
            <a:ext cx="73152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scaled up with sync, mobile, etc.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27832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27832" y="1188720"/>
            <a:ext cx="54864" cy="3611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10712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410712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29000" y="18653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11880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Jira, Linear, Asana, Trello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29000" y="23225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11880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core: Task class with status/priority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29000" y="27797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11880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TaskManager-equivalent backend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3236976"/>
            <a:ext cx="73152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11880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CLI is the seed of these products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89904" y="11887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188720"/>
            <a:ext cx="54864" cy="3611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72784" y="12801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pattern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2784" y="1627632"/>
            <a:ext cx="246888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91072" y="18653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73952" y="17739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class + Manager class + storage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91072" y="23225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73952" y="22311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literally every SaaS product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291072" y="27797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73952" y="26883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Task for Order, Comment, User...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91072" y="3236976"/>
            <a:ext cx="73152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145536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own this pattern for life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82880"/>
            <a:ext cx="420624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8680" y="109728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Checklist &amp; Grading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365760" y="89611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before you call it done: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65760" y="1207008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4672" y="12527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class with all 5 attributes + to_dict/from_dict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365760" y="1627632"/>
            <a:ext cx="8412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00784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1673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TaskManager: add, view_all, view_by_status, view_by_priority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365760" y="2048256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2121408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4672" y="20939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save() writes valid JSON, load() reads existing JSON on startup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365760" y="2468880"/>
            <a:ext cx="8412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542032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04672" y="2514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mark_complete(), delete_task(), edit_task() all work</a:t>
            </a:r>
            <a:endParaRPr lang="en-US" sz="1050" dirty="0"/>
          </a:p>
        </p:txBody>
      </p:sp>
      <p:sp>
        <p:nvSpPr>
          <p:cNvPr id="18" name="Shape 11"/>
          <p:cNvSpPr/>
          <p:nvPr/>
        </p:nvSpPr>
        <p:spPr>
          <a:xfrm>
            <a:off x="365760" y="2889504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2962656"/>
            <a:ext cx="201168" cy="201168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4672" y="293522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menu loop survives bad input without crashing</a:t>
            </a:r>
            <a:endParaRPr lang="en-US" sz="1050" dirty="0"/>
          </a:p>
        </p:txBody>
      </p:sp>
      <p:sp>
        <p:nvSpPr>
          <p:cNvPr id="21" name="Shape 13"/>
          <p:cNvSpPr/>
          <p:nvPr/>
        </p:nvSpPr>
        <p:spPr>
          <a:xfrm>
            <a:off x="365760" y="3310128"/>
            <a:ext cx="8412480" cy="365760"/>
          </a:xfrm>
          <a:prstGeom prst="rect">
            <a:avLst/>
          </a:prstGeom>
          <a:solidFill>
            <a:srgbClr val="F7F7F5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383280"/>
            <a:ext cx="201168" cy="20116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04672" y="335584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with all standard sections + screenshot</a:t>
            </a:r>
            <a:endParaRPr lang="en-US" sz="1050" dirty="0"/>
          </a:p>
        </p:txBody>
      </p:sp>
      <p:sp>
        <p:nvSpPr>
          <p:cNvPr id="24" name="Shape 15"/>
          <p:cNvSpPr/>
          <p:nvPr/>
        </p:nvSpPr>
        <p:spPr>
          <a:xfrm>
            <a:off x="365760" y="3730752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2920" y="3803904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804672" y="37764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Committed, pushed, and tagged v1.0</a:t>
            </a:r>
            <a:endParaRPr lang="en-US" sz="1050" dirty="0"/>
          </a:p>
        </p:txBody>
      </p:sp>
      <p:sp>
        <p:nvSpPr>
          <p:cNvPr id="27" name="Shape 17"/>
          <p:cNvSpPr/>
          <p:nvPr/>
        </p:nvSpPr>
        <p:spPr>
          <a:xfrm>
            <a:off x="365760" y="4206240"/>
            <a:ext cx="8412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8" name="Shape 18"/>
          <p:cNvSpPr/>
          <p:nvPr/>
        </p:nvSpPr>
        <p:spPr>
          <a:xfrm>
            <a:off x="365760" y="420624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19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Grading: Week 1 mini-project = 15% of overall grade — functionality, OOP design, error handling, README quality.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 RECAP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19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Complete — What's Next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24128"/>
            <a:ext cx="8229600" cy="0"/>
          </a:xfrm>
          <a:prstGeom prst="line">
            <a:avLst/>
          </a:prstGeom>
          <a:noFill/>
          <a:ln w="12700">
            <a:solidFill>
              <a:srgbClr val="E8E8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4864" cy="4754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1673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80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17520" y="12984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stories → feature list → class design, before touching the keyboard.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73736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737360"/>
            <a:ext cx="54864" cy="4754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6537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68680" y="18288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build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017520" y="18470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+ TaskManager classes, JSON persistence, full CRUD — on your own.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65760" y="228600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5760" y="2286000"/>
            <a:ext cx="54864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14016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2377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3017520" y="23957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to accelerate typing — never a replacement for planning.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365760" y="2834640"/>
            <a:ext cx="8412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365760" y="2834640"/>
            <a:ext cx="54864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62656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29260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shipping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3017520" y="29443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README, screenshot, git tag v1.0 — a real portfolio piece.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65760" y="3520440"/>
            <a:ext cx="8412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191919">
                <a:alpha val="8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65760" y="3520440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48640" y="3611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Week 2 — Data Science &amp; Machine Learning (Day 8)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548640" y="390448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gears entirely: NumPy, Pandas, the Titanic dataset. Bring your Task Manager CLI pushed and tagged v1.0 — that's Week 1's portfolio piece, done. Google Colab will be central again starting tomorrow.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804672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7 — Week 1 Mini-Project: Task Manager CLI</dc:title>
  <dc:subject>PptxGenJS Presentation</dc:subject>
  <dc:creator>PptxGenJS</dc:creator>
  <cp:lastModifiedBy>PptxGenJS</cp:lastModifiedBy>
  <cp:revision>1</cp:revision>
  <dcterms:created xsi:type="dcterms:W3CDTF">2026-06-22T08:06:20Z</dcterms:created>
  <dcterms:modified xsi:type="dcterms:W3CDTF">2026-06-22T08:06:20Z</dcterms:modified>
</cp:coreProperties>
</file>