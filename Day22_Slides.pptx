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 ·  WEEK 3 CAPSTONE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from Week 3, welded into one working pipeline: video in, dashboard out.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Week 3 mini-project — 20% of course grade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Week 3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 is something you already built once, in isolation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3990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286000" y="12344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frames, drawing, contours</a:t>
            </a:r>
            <a:endParaRPr lang="en-US" sz="1400" dirty="0"/>
          </a:p>
        </p:txBody>
      </p:sp>
      <p:sp>
        <p:nvSpPr>
          <p:cNvPr id="189" name="Shape 187"/>
          <p:cNvSpPr/>
          <p:nvPr/>
        </p:nvSpPr>
        <p:spPr>
          <a:xfrm>
            <a:off x="502920" y="205740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31520" y="22219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31520" y="2221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17-19</a:t>
            </a:r>
            <a:endParaRPr lang="en-US" sz="1050" dirty="0"/>
          </a:p>
        </p:txBody>
      </p:sp>
      <p:sp>
        <p:nvSpPr>
          <p:cNvPr id="192" name="Text 190"/>
          <p:cNvSpPr/>
          <p:nvPr/>
        </p:nvSpPr>
        <p:spPr>
          <a:xfrm>
            <a:off x="2286000" y="20574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augmentation, transfer learning</a:t>
            </a:r>
            <a:endParaRPr lang="en-US" sz="1400" dirty="0"/>
          </a:p>
        </p:txBody>
      </p:sp>
      <p:sp>
        <p:nvSpPr>
          <p:cNvPr id="193" name="Shape 191"/>
          <p:cNvSpPr/>
          <p:nvPr/>
        </p:nvSpPr>
        <p:spPr>
          <a:xfrm>
            <a:off x="502920" y="28803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31520" y="304495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31520" y="3044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</a:t>
            </a:r>
            <a:endParaRPr lang="en-US" sz="1050" dirty="0"/>
          </a:p>
        </p:txBody>
      </p:sp>
      <p:sp>
        <p:nvSpPr>
          <p:cNvPr id="196" name="Text 194"/>
          <p:cNvSpPr/>
          <p:nvPr/>
        </p:nvSpPr>
        <p:spPr>
          <a:xfrm>
            <a:off x="2286000" y="28803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— detection, confidence, fine-tuning</a:t>
            </a:r>
            <a:endParaRPr lang="en-US" sz="1400" dirty="0"/>
          </a:p>
        </p:txBody>
      </p:sp>
      <p:sp>
        <p:nvSpPr>
          <p:cNvPr id="197" name="Shape 195"/>
          <p:cNvSpPr/>
          <p:nvPr/>
        </p:nvSpPr>
        <p:spPr>
          <a:xfrm>
            <a:off x="502920" y="37033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Shape 196"/>
          <p:cNvSpPr/>
          <p:nvPr/>
        </p:nvSpPr>
        <p:spPr>
          <a:xfrm>
            <a:off x="731520" y="3867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99" name="Text 197"/>
          <p:cNvSpPr/>
          <p:nvPr/>
        </p:nvSpPr>
        <p:spPr>
          <a:xfrm>
            <a:off x="731520" y="3867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050" dirty="0"/>
          </a:p>
        </p:txBody>
      </p:sp>
      <p:sp>
        <p:nvSpPr>
          <p:cNvPr id="200" name="Text 198"/>
          <p:cNvSpPr/>
          <p:nvPr/>
        </p:nvSpPr>
        <p:spPr>
          <a:xfrm>
            <a:off x="2286000" y="370332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—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Mental Model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boring, reliable steps — chained together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2588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clever algorithm — plumbing between things you already know</a:t>
            </a:r>
            <a:endParaRPr lang="en-US" sz="1900" dirty="0"/>
          </a:p>
        </p:txBody>
      </p:sp>
      <p:sp>
        <p:nvSpPr>
          <p:cNvPr id="187" name="Shape 185"/>
          <p:cNvSpPr/>
          <p:nvPr/>
        </p:nvSpPr>
        <p:spPr>
          <a:xfrm>
            <a:off x="502920" y="3017520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48640" y="30175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frames</a:t>
            </a:r>
            <a:endParaRPr lang="en-US" sz="1150" dirty="0"/>
          </a:p>
        </p:txBody>
      </p:sp>
      <p:sp>
        <p:nvSpPr>
          <p:cNvPr id="189" name="Shape 187"/>
          <p:cNvSpPr/>
          <p:nvPr/>
        </p:nvSpPr>
        <p:spPr>
          <a:xfrm>
            <a:off x="2084832" y="3017520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2130552" y="30175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people</a:t>
            </a:r>
            <a:endParaRPr lang="en-US" sz="1150" dirty="0"/>
          </a:p>
        </p:txBody>
      </p:sp>
      <p:sp>
        <p:nvSpPr>
          <p:cNvPr id="191" name="Shape 189"/>
          <p:cNvSpPr/>
          <p:nvPr/>
        </p:nvSpPr>
        <p:spPr>
          <a:xfrm>
            <a:off x="3666744" y="3017520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3712464" y="30175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evidence</a:t>
            </a:r>
            <a:endParaRPr lang="en-US" sz="1150" dirty="0"/>
          </a:p>
        </p:txBody>
      </p:sp>
      <p:sp>
        <p:nvSpPr>
          <p:cNvPr id="193" name="Shape 191"/>
          <p:cNvSpPr/>
          <p:nvPr/>
        </p:nvSpPr>
        <p:spPr>
          <a:xfrm>
            <a:off x="5248656" y="3017520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5294376" y="30175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DB</a:t>
            </a:r>
            <a:endParaRPr lang="en-US" sz="1150" dirty="0"/>
          </a:p>
        </p:txBody>
      </p:sp>
      <p:sp>
        <p:nvSpPr>
          <p:cNvPr id="195" name="Shape 193"/>
          <p:cNvSpPr/>
          <p:nvPr/>
        </p:nvSpPr>
        <p:spPr>
          <a:xfrm>
            <a:off x="6830568" y="3017520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6876288" y="30175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Pipeline, Validated This Session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video, real people, real database, real dashboard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2651760"/>
          </a:xfrm>
          <a:prstGeom prst="roundRect">
            <a:avLst>
              <a:gd name="adj" fmla="val 206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4630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15-frame test video built from real photos of people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detected 2-4 people per frame, confidence 0.67-0.80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total person-instances logged across 15 detection events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confirmed: 15 rows, 48 person-instances, avg conf 0.769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/stats correctly computed peak_hour from real timestamps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ran simultaneously, both reachable live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Frame Extraction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— Day 16's cv2.VideoCapture pattern, exactly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691640"/>
          </a:xfrm>
          <a:prstGeom prst="roundRect">
            <a:avLst>
              <a:gd name="adj" fmla="val 2703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cv2.VideoCapture("video.mp4")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process frame ...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0040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004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15-frame, 5 FPS, 640x480 test video — all 15 frames read cleanly.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YOLO Detection, Person Only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parameter: classes=[0]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model(frame, classes=[0], conf=0.5, verbose=False)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results[0]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num_persons = len(r.boxes)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5176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517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the real video: 4,4,4,4,4,4,4,4,2,3,3,2,2,2,2 people per frame, confidences 0.669-0.802 — one parameter change from Day 20, applied to every frame.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Save Annotated Evidence Frames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r.plot() — same annotation method from Day 20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annotated = r.plot()   # boxes + labels + confidence drawn 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frame_path = f"detections/frame_{frame_idx:03d}_{ts}.jpg"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cv2.imwrite(frame_path, annotated)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5176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517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= frame index + timestamp: every saved file traceable back to exactly when and which frame, without opening the database first.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Log to SQLite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timestamp, frame_path, num_persons, confidence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828800"/>
          </a:xfrm>
          <a:prstGeom prst="roundRect">
            <a:avLst>
              <a:gd name="adj" fmla="val 25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detections 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INTEGER PRIMARY KEY AUTOINCREMENT,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 TEXT, frame_path TEXT,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num_persons INTEGER, confidence REAL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c.execute("INSERT INTO detections VALUES (?, ?, ?, ?, ?)", (...))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4612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429000"/>
            <a:ext cx="457200" cy="45720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17320" y="32461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? placeholders, never f-strings for SQL. </a:t>
            </a:r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SQL injection — correct practice even for a local project.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Database Matches the Detection Log Exactly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SQL query after the full run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463040"/>
            <a:ext cx="8138160" cy="2377440"/>
          </a:xfrm>
          <a:prstGeom prst="roundRect">
            <a:avLst>
              <a:gd name="adj" fmla="val 230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4630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  ·  48 total person-instances  ·  avg confidence 0.769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FastAPI /logs and /stats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21's pattern, applied to a database instead of a model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828800"/>
          </a:xfrm>
          <a:prstGeom prst="roundRect">
            <a:avLst>
              <a:gd name="adj" fmla="val 25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@app.get("/logs")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get_logs():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conn.execute("SELECT * FROM detections ORDER BY timestamp")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[DetectionLog(**dict(row)) for row in rows]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@app.get("/stats")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get_stats():  # peak_hour via Counter on extracted hours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329184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/stats correctly returned peak_hour: "09:00" (4 detections) from real timestamp data.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Live API Response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HTTP GET requests, real JSON back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2103120"/>
          </a:xfrm>
          <a:prstGeom prst="roundRect">
            <a:avLst>
              <a:gd name="adj" fmla="val 2174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/logs   -&gt; 15 entries, correctly ordered by timestamp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/stats  -&gt;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"total_events": 15, "total_persons_seen": 48,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"peak_hour": "09:00", "peak_hour_count": 4,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"average_confidence": 0.769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Streamlit Dashboard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piece: st.columns() + st.metric() for the summary row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286000"/>
          </a:xfrm>
          <a:prstGeom prst="roundRect">
            <a:avLst>
              <a:gd name="adj" fmla="val 20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col1, col2, col3, col4 = st.columns(4)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col1.metric("Total Events", stats["total_events"])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col2.metric("Total People", stats["total_persons_seen"])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col3.metric("Peak Hour", stats["peak_hour"])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st.image(...)          # latest annotated frame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st.bar_chart(...)      # detections per hour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st.dataframe(...)      # full log table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Three-Tier Stack, Live at Once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-&gt; SQLite -&gt; FastAPI -&gt; Streamlit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50292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87" name="Text 185"/>
          <p:cNvSpPr/>
          <p:nvPr/>
        </p:nvSpPr>
        <p:spPr>
          <a:xfrm>
            <a:off x="64008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writes to SQLite</a:t>
            </a:r>
            <a:endParaRPr lang="en-US" sz="1150" dirty="0"/>
          </a:p>
        </p:txBody>
      </p:sp>
      <p:sp>
        <p:nvSpPr>
          <p:cNvPr id="188" name="Shape 186"/>
          <p:cNvSpPr/>
          <p:nvPr/>
        </p:nvSpPr>
        <p:spPr>
          <a:xfrm>
            <a:off x="3291840" y="13716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29184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90" name="Text 188"/>
          <p:cNvSpPr/>
          <p:nvPr/>
        </p:nvSpPr>
        <p:spPr>
          <a:xfrm>
            <a:off x="342900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reads SQLite, port 8000</a:t>
            </a:r>
            <a:endParaRPr lang="en-US" sz="1150" dirty="0"/>
          </a:p>
        </p:txBody>
      </p:sp>
      <p:sp>
        <p:nvSpPr>
          <p:cNvPr id="191" name="Shape 189"/>
          <p:cNvSpPr/>
          <p:nvPr/>
        </p:nvSpPr>
        <p:spPr>
          <a:xfrm>
            <a:off x="6080760" y="13716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608076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93" name="Text 191"/>
          <p:cNvSpPr/>
          <p:nvPr/>
        </p:nvSpPr>
        <p:spPr>
          <a:xfrm>
            <a:off x="621792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reads API, port 8501</a:t>
            </a:r>
            <a:endParaRPr lang="en-US" sz="1150" dirty="0"/>
          </a:p>
        </p:txBody>
      </p:sp>
      <p:sp>
        <p:nvSpPr>
          <p:cNvPr id="194" name="Shape 192"/>
          <p:cNvSpPr/>
          <p:nvPr/>
        </p:nvSpPr>
        <p:spPr>
          <a:xfrm>
            <a:off x="502920" y="329184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777240" y="329184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ran FastAPI + Streamlit simultaneously, both confirmed reachable — full stack working together, not simulated.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Push to GitHub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requirements for this deliverable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3017520"/>
          </a:xfrm>
          <a:prstGeom prst="roundRect">
            <a:avLst>
              <a:gd name="adj" fmla="val 181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554480"/>
            <a:ext cx="1188720" cy="118872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097280" y="28803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(Mermaid or draw.io)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screenshots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how-to-run: two terminal tabs, uvicorn +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first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classes=[0]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cars, bags, everything — not just people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SQL with f-strings</a:t>
            </a:r>
            <a:endParaRPr lang="en-US" sz="115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risk — always use ? placeholders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conn.commit()</a:t>
            </a:r>
            <a:endParaRPr lang="en-US" sz="115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silently isn't saved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working directories</a:t>
            </a:r>
            <a:endParaRPr lang="en-US" sz="115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surveillance.db or detections/ not found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confidence filter</a:t>
            </a:r>
            <a:endParaRPr lang="en-US" sz="115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junk clutters the log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COMPLETE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Pixels to 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Deployed System</a:t>
            </a:r>
            <a:endParaRPr lang="en-US" sz="32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16-22: OpenCV -&gt; Neural Networks -&gt; CNNs -&gt; Augmentation -&gt; Transfer Learning -&gt; YOLO -&gt; FastAPI -&gt; a complete, working surveillance system.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day…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systems are usually just several simple pieces you already know, chained together.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structured events, not just raw video — that's what makes a system queryable.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small test case before pointing anything at hours of real footage.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WEEK 4, DAY 23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Generative AI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Large Language Models</a:t>
            </a:r>
            <a:endParaRPr lang="en-US" sz="3000" dirty="0"/>
          </a:p>
        </p:txBody>
      </p:sp>
      <p:sp>
        <p:nvSpPr>
          <p:cNvPr id="184" name="Text 182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3's computer vision arc is complete. Week 4 shifts entirely to text: tokenization, embeddings, Transformers, prompt engineering, RAG, and a final 'Chat with your Data' capstone on Day 30.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2026-08-05T05:20:22Z</dcterms:created>
  <dcterms:modified xsi:type="dcterms:W3CDTF">2026-08-05T05:20:22Z</dcterms:modified>
</cp:coreProperties>
</file>