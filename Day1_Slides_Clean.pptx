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48640"/>
            <a:ext cx="914400" cy="329184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Python Setup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376732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everything · understand version control · make your first commit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137160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2" y="153619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9440" y="20482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028432" y="137160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153619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28432" y="20482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CLI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949440" y="274320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90779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34198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8028432" y="274320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290779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28432" y="34198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594360" y="47091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1618488" y="4773168"/>
            <a:ext cx="73152" cy="73152"/>
          </a:xfrm>
          <a:prstGeom prst="ellipse">
            <a:avLst/>
          </a:prstGeom>
          <a:solidFill>
            <a:srgbClr val="E8E8E4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755648" y="4709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13816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32688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32688"/>
            <a:ext cx="457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155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0:00–0:08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27632" y="1115568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" y="111556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487168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 — the mental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87168" y="128016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one is · why version control exists · the vocabulary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618488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618488"/>
            <a:ext cx="4572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8013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0:08–0:18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27632" y="1801368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7632" y="180136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487168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+ PATH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87168" y="196596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· the critical PATH checkbox · verify in terminal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304288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304288"/>
            <a:ext cx="4572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4871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0:18–0:32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27632" y="2487168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27632" y="248716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487168" y="2377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 · git config · VSCode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87168" y="265176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· global config (name + email) · 4 extensions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990088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2990088"/>
            <a:ext cx="457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1729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0:32–0:45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27632" y="3172968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27632" y="317296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487168" y="3063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 + SSH Keys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487168" y="333756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· generate key pair · add to GitHub · verify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675888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3675888"/>
            <a:ext cx="4572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8587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0:45–1:45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627632" y="3858768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27632" y="385876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87168" y="3749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· Clone · First Commit · Branches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487168" y="402336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 · clone · day01.py · add/commit/push · branch/merge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4361688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1480" y="4361688"/>
            <a:ext cx="457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45445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1:45–2:00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627632" y="4544568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27632" y="454456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87168" y="4434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 briefing + push check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487168" y="470916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everyone's green commit dot on GitHub before leaving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vs  GitHub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the same thing — and the confusion costs beginners hours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384048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15568"/>
            <a:ext cx="384048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371600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68680" y="2578608"/>
            <a:ext cx="1986077" cy="237744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596896"/>
            <a:ext cx="19677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on your computer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2907792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you install
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file changes on your machine
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completely offline
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via the command line
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 save game history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92040" y="1115568"/>
            <a:ext cx="384048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115568"/>
            <a:ext cx="38404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658368" cy="6583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5257800" y="2578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66944" y="2596896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— website / service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74920" y="2907792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you sign up for
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repos in the cloud
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team collaboration
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internet connection
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 Google Drive for code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0" y="2697480"/>
            <a:ext cx="17830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0" y="2697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/ pull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solidFill>
            <a:srgbClr val="FEFCE8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8412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checkbox is the #1 Day 1 mistake — it's easy to miss and painful to fix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114800" cy="347472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" y="1645920"/>
            <a:ext cx="292608" cy="292608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23544" y="160020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installer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23544" y="187452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python.org/downloads → Python 3.12+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9496" y="2450592"/>
            <a:ext cx="292608" cy="292608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23544" y="240487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Add Python to PATH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23544" y="267919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screen, bottom checkbox — tick this BEFORE Install Now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9496" y="3255264"/>
            <a:ext cx="292608" cy="292608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23544" y="320954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Install Now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23544" y="348386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about 1 minute to complete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" y="4059936"/>
            <a:ext cx="292608" cy="292608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3544" y="40142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CMD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3544" y="428853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Command Prompt → type: python --version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170432"/>
            <a:ext cx="411480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91456" y="1645920"/>
            <a:ext cx="292608" cy="292608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75504" y="160020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Homebrew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75504" y="187452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/bin/bash -c "$(curl -fsSL brew.sh)"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91456" y="2450592"/>
            <a:ext cx="292608" cy="292608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75504" y="240487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175504" y="267919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install python3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91456" y="3255264"/>
            <a:ext cx="292608" cy="292608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75504" y="320954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is set automatically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175504" y="348386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Homebrew handles it — no checkbox needed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91456" y="4059936"/>
            <a:ext cx="292608" cy="292608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75504" y="40142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Terminal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175504" y="428853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 → type: python3 --version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26280" y="1170432"/>
            <a:ext cx="0" cy="3749040"/>
          </a:xfrm>
          <a:prstGeom prst="line">
            <a:avLst/>
          </a:prstGeom>
          <a:noFill/>
          <a:ln w="12700">
            <a:solidFill>
              <a:srgbClr val="E8E8E4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PATH?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typing 'python' sometimes gives 'command not found'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749808"/>
          </a:xfrm>
          <a:prstGeom prst="rect">
            <a:avLst/>
          </a:prstGeom>
          <a:solidFill>
            <a:srgbClr val="FEFCE8"/>
          </a:solidFill>
          <a:ln w="12700">
            <a:solidFill>
              <a:srgbClr val="CA8A0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4358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1338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24128" y="1389888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is a list of folders. When you type a command, the terminal checks each folder in that list to find the program. Without Python in PATH, the terminal can't find python.exe — even if it's installed.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" y="1965960"/>
            <a:ext cx="1828800" cy="594360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965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40280" y="2258568"/>
            <a:ext cx="6400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21408" y="23225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checks PATH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00400" y="187452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0128" y="188366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C:\Windows\System32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2350008"/>
            <a:ext cx="2743200" cy="384048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0128" y="235915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C:\Python312  ← found!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0" y="282549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10128" y="28346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C:\Program Files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" y="3127248"/>
            <a:ext cx="4572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09067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forgot the PATH checkbox on Windows: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" y="3493008"/>
            <a:ext cx="8321040" cy="153619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94360" y="3657600"/>
            <a:ext cx="79552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Search 'Edit the system environment variables' in Start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Click 'Environment Variables'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Under System Variables → find 'Path' → Edit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New → paste: C:\Users\YOU\AppData\Local\Programs\Python\Python312\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OK → OK → restart your terminal → python --version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 &amp; VSCode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411480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81328" y="12344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git-scm.com → Download → keep all defaults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81328" y="1801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install git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3682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81328" y="23682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--version  →  should print 'git version 2.x'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1148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VSCode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73168" y="12344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code.visualstudio.com → Download for your 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73168" y="1508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these 4 extensions (Ctrl+Shift+X):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81051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810512"/>
            <a:ext cx="4572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8653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8888" y="20848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9600" y="1929384"/>
            <a:ext cx="559613" cy="23774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744" y="1947672"/>
            <a:ext cx="54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235915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359152"/>
            <a:ext cx="4572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2414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Pylance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18888" y="26334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0" y="2478024"/>
            <a:ext cx="559613" cy="23774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38744" y="2496312"/>
            <a:ext cx="54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9077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907792"/>
            <a:ext cx="4572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2962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18888" y="31821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GitKraken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29600" y="3026664"/>
            <a:ext cx="559613" cy="237744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38744" y="3044952"/>
            <a:ext cx="54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45643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456432"/>
            <a:ext cx="4572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35112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Codeium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18888" y="37307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Codeium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29600" y="3575304"/>
            <a:ext cx="559613" cy="237744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38744" y="3593592"/>
            <a:ext cx="54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26280" y="804672"/>
            <a:ext cx="0" cy="4114800"/>
          </a:xfrm>
          <a:prstGeom prst="line">
            <a:avLst/>
          </a:prstGeom>
          <a:noFill/>
          <a:ln w="12700">
            <a:solidFill>
              <a:srgbClr val="E8E8E4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11480" y="4041648"/>
            <a:ext cx="4114800" cy="932688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40965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run git config immediately after install 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6928" y="437083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next slide — this is the step people forget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" y="4608576"/>
            <a:ext cx="41148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46360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explains WHEN and WHY →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config --global  — When &amp; Why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0" y="164592"/>
            <a:ext cx="2485339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92824" y="182880"/>
            <a:ext cx="2467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SLIDE — frequently confused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step most beginners skip — and then spend 20 minutes debugging later.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4160520" cy="132588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3385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you run it?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AFTER</a:t>
            </a:r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installing Git — before any commits
</a:t>
            </a:r>
            <a:pPr indent="0" marL="0">
              <a:lnSpc>
                <a:spcPct val="155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computer</a:t>
            </a:r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once per project
</a:t>
            </a:r>
            <a:pPr indent="0" marL="0">
              <a:lnSpc>
                <a:spcPct val="155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 only</a:t>
            </a:r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you get a new machine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78992"/>
            <a:ext cx="4160520" cy="132588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6592" y="113385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needed?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36592" y="14630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is stamped with your name and email — permanently. This is how teams know who wrote what. Without it, Git either throws an error or uses garbage defaults that look wrong on GitHub.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487168"/>
            <a:ext cx="8321040" cy="1938528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651760"/>
            <a:ext cx="79552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these TWO commands right after git --version confirms Git is installed: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 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Full Name"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"your@email.com"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it worked: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--list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Should show: user.name=Your Full Name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user.email=your@email.com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4498848"/>
            <a:ext cx="8321040" cy="45720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5445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--global mean?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26080" y="454456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ALL git projects on this computer. (There's also --local for one project only — you won't need that now.)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 &amp; SSH Keys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= GitHub recognises your computer automatically — no password typing ever again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457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789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your GitHub account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" y="1572768"/>
            <a:ext cx="219456" cy="219456"/>
          </a:xfrm>
          <a:prstGeom prst="ellipse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63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1572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github.com → Sign Up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2048256"/>
            <a:ext cx="219456" cy="219456"/>
          </a:xfrm>
          <a:prstGeom prst="ellipse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20482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professional username (employers see this)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523744"/>
            <a:ext cx="219456" cy="219456"/>
          </a:xfrm>
          <a:prstGeom prst="ellipse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514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" y="25237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email address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2999232"/>
            <a:ext cx="219456" cy="219456"/>
          </a:xfrm>
          <a:prstGeom prst="ellipse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990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2999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free plan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115568"/>
            <a:ext cx="457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078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 up SSH keys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1481328"/>
            <a:ext cx="4160520" cy="208483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645920"/>
            <a:ext cx="37947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 — Generate key pair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ssh-keygen -t ed25519 -C "you@email.com"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Press Enter 3 times (accept all defaults)
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 — See your public key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~/.ssh/id_ed25519.pub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 — Test after adding to GitHub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-T git@github.com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3639312"/>
            <a:ext cx="4160520" cy="34747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675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on the next slide 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1078992"/>
            <a:ext cx="0" cy="3017520"/>
          </a:xfrm>
          <a:prstGeom prst="line">
            <a:avLst/>
          </a:prstGeom>
          <a:noFill/>
          <a:ln w="12700">
            <a:solidFill>
              <a:srgbClr val="E8E8E4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9144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 Setup — Complete Sequence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560320" y="164592"/>
            <a:ext cx="5052974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9464" y="182880"/>
            <a:ext cx="5034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SLIDE — do this once per machine, after creating GitHub account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this ONE time on each computer. After this, every push/pull is automatic — no passwords.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078992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078992"/>
            <a:ext cx="45720" cy="123444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9496" y="117043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B6B6B">
              <a:alpha val="20000"/>
            </a:srgbClr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9496" y="11704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" y="1170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keys already exist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39496" y="1481328"/>
            <a:ext cx="3822192" cy="475488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" y="150876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~/.ssh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you see id_ed25519 and id_ed25519.pub → skip to step 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39496" y="1993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on Mac — if the files are already there, you don't need to generate again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1480" y="2404872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11480" y="2404872"/>
            <a:ext cx="4572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9496" y="24963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" y="2496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60120" y="2496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new key pair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39496" y="2807208"/>
            <a:ext cx="3822192" cy="475488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648" y="283464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ssh-keygen -t ed25519 -C "your@email.com"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Press Enter × 3  (file location, passphrase, confirm)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Creates: ~/.ssh/id_ed25519     ← PRIVATE (never share)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~/.ssh/id_ed25519.pub ← PUBLIC  (give to GitHub)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9496" y="3319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.pub file is the one you share. The file without .pub NEVER leaves your machine.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11480" y="3730752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11480" y="3730752"/>
            <a:ext cx="4572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39496" y="382219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9496" y="38221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60120" y="3822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your public key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39496" y="4133088"/>
            <a:ext cx="3822192" cy="475488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2648" y="416052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~/.ssh/id_ed25519.pub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the entire output — it starts with ssh-ed25519 and ends with your email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39496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clip &lt; ~/.ssh/id_ed25519.pub   (copies to clipboard automatically)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617720" y="1078992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17720" y="1078992"/>
            <a:ext cx="45720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45736" y="117043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45736" y="11704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166360" y="1170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GitHub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4745736" y="1481328"/>
            <a:ext cx="3822192" cy="475488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18888" y="150876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 → Profile → Settings → SSH and GPG keys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New SSH key → Title: 'My Laptop' → Paste → Add SSH key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745736" y="1993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key a descriptive title so you know which machine it belongs to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617720" y="2404872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617720" y="2404872"/>
            <a:ext cx="45720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745736" y="24963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EA580C">
              <a:alpha val="2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45736" y="2496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166360" y="2496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 works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4745736" y="2807208"/>
            <a:ext cx="3822192" cy="475488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18888" y="283464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-T git@github.com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Expected: "Hi USERNAME! You've successfully authenticated..."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745736" y="3319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'does not provide shell access' message is normal — authentication succeeded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Repo &amp; Clone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13816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932688"/>
            <a:ext cx="41605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32688"/>
            <a:ext cx="416052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424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repository on GitHub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773936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 → + → New repository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python-ai-journey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→ Add a README → Create repository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73168" y="932688"/>
            <a:ext cx="41605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932688"/>
            <a:ext cx="41605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424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SSH URL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0" y="1773936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 Code button → SSH tab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Copy: git@github.com:YOU/python-ai-journey.git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 SSH, not HTTPS — you just set up SSH)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3035808"/>
            <a:ext cx="41605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3035808"/>
            <a:ext cx="416052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455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to your machine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877056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your terminal: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git@github.com:YOU/python-ai-journey.git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python-ai-journey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73168" y="3035808"/>
            <a:ext cx="41605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3035808"/>
            <a:ext cx="4160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1455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37760" y="3566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VSCode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0" y="3877056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.     ← opens current folder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should see README.md in the file tree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You're ready to write code!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Commit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→ stage → commit → push  ·  You'll do this every single 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day01.py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160520" cy="1325880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36192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Day 1 — first Python script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("What is your name? ")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(f"Hello,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{name}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Welcome to Python.")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115568"/>
            <a:ext cx="457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78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 cycle — memorise this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48132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81328"/>
            <a:ext cx="45720" cy="74980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81328"/>
            <a:ext cx="4069080" cy="411480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563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28032" y="1938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changed (red = not staged)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322576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322576"/>
            <a:ext cx="4572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322576"/>
            <a:ext cx="4069080" cy="411480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404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779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everything (dot = all files)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163824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63824"/>
            <a:ext cx="45720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163824"/>
            <a:ext cx="4069080" cy="411480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246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1: hello world"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28032" y="3621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with a message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4005072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4005072"/>
            <a:ext cx="45720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4005072"/>
            <a:ext cx="4069080" cy="411480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4087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28032" y="4462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GitHub — now it's live!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2788920"/>
            <a:ext cx="41605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898648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05840" y="28346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script first: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05840" y="30906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day01.py  (Win)  ·  python3 day01.py  (Mac)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11480" y="3493008"/>
            <a:ext cx="4160520" cy="530352"/>
          </a:xfrm>
          <a:prstGeom prst="rect">
            <a:avLst/>
          </a:prstGeom>
          <a:solidFill>
            <a:srgbClr val="FEFCE8"/>
          </a:solidFill>
          <a:ln w="12700">
            <a:solidFill>
              <a:srgbClr val="CA8A04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11880"/>
            <a:ext cx="292608" cy="29260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960120" y="354787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git push: go to GitHub and refresh — your file appears and a green commit dot shows up. That's your work, live on the internet.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— Staying in Sync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pull before you start work — prevents conflicts that are entirely avoidable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22860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(remote)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143000"/>
            <a:ext cx="22860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143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88920" y="1325880"/>
            <a:ext cx="36118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3258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 →  download latest to your machine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1783080"/>
            <a:ext cx="361188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7830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 →  upload your commits to GitHub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523744"/>
            <a:ext cx="457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87168"/>
            <a:ext cx="8183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to know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880360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008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1800" y="300837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start working each day — always do this first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447288"/>
            <a:ext cx="8321040" cy="50292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5753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357530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version — pull from branch 'main' of remote 'origin'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014216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142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71800" y="414223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pull but doesn't merge — just checks what's changed remotely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727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28800" y="472744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→ code → add → commit → push  (repeat every day)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— Parallel Timelines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a feature safely — without breaking main code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818388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391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82880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182880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182880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1965960"/>
            <a:ext cx="1280160" cy="-9144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051560"/>
            <a:ext cx="22860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1051560"/>
            <a:ext cx="868680" cy="9144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6858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feature/about-me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91440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91440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91440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0391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825496"/>
            <a:ext cx="457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88920"/>
            <a:ext cx="8183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commands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18211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182112"/>
            <a:ext cx="45720" cy="65836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32552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6072" y="3547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branches  (* = current one)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18211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182112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32552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feature/my-idea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65192" y="3547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switch to a new branch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93192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931920"/>
            <a:ext cx="4572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4005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6072" y="42976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back to main (modern syntax)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393192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931920"/>
            <a:ext cx="4572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4005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feature/my-idea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65192" y="42976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your branch into main (while on main)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Branch → Edit → Merge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— every step builds on the last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4343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15568"/>
            <a:ext cx="4572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353312"/>
            <a:ext cx="274320" cy="27432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11704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feature/about-me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6968" y="149961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switch to a feature branch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048256"/>
            <a:ext cx="4343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048256"/>
            <a:ext cx="4572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2286000"/>
            <a:ext cx="274320" cy="27432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276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6968" y="21031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about_me.py in VSCode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6968" y="243230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print("Hi, I am NAME and I want to build AI apps!")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980944"/>
            <a:ext cx="4343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980944"/>
            <a:ext cx="4572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" y="3218688"/>
            <a:ext cx="274320" cy="274320"/>
          </a:xfrm>
          <a:prstGeom prst="ellipse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6968" y="30358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about_me.py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" y="33649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only this new file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3913632"/>
            <a:ext cx="4343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913632"/>
            <a:ext cx="4572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" y="4151376"/>
            <a:ext cx="274320" cy="274320"/>
          </a:xfrm>
          <a:prstGeom prst="ellipse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968" y="39684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about_me.py"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968" y="4297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with a clear message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01768" y="1115568"/>
            <a:ext cx="4343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01768" y="1115568"/>
            <a:ext cx="4572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9784" y="1353312"/>
            <a:ext cx="274320" cy="274320"/>
          </a:xfrm>
          <a:prstGeom prst="ellipse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9784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04688" y="11704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04688" y="149961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back to main — about_me.py will disappear. Don't panic!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01768" y="2048256"/>
            <a:ext cx="4343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01768" y="2048256"/>
            <a:ext cx="4572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9784" y="2286000"/>
            <a:ext cx="274320" cy="274320"/>
          </a:xfrm>
          <a:prstGeom prst="ellipse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9784" y="2276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04688" y="21031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feature/about-me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04688" y="243230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— about_me.py reappears on main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01768" y="2980944"/>
            <a:ext cx="4343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01768" y="2980944"/>
            <a:ext cx="4572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29784" y="3218688"/>
            <a:ext cx="274320" cy="27432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9784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04688" y="30358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04688" y="33649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 and verify the merge in your repo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 — Don't Panic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when two branches edit the same line — Git asks you to decide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4572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78992"/>
            <a:ext cx="8183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conflict looks like: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1389888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27632"/>
            <a:ext cx="79552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  (your current branch — main)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 from main!")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 from feature branch!")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feature/about-me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980944"/>
            <a:ext cx="457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44368"/>
            <a:ext cx="8183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fix it: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337560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3337560"/>
            <a:ext cx="457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29000"/>
            <a:ext cx="274320" cy="27432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37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VSCode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3575304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highlights conflict markers — click 'Accept Current', 'Accept Incoming', or 'Accept Both'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867912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867912"/>
            <a:ext cx="4572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959352"/>
            <a:ext cx="274320" cy="274320"/>
          </a:xfrm>
          <a:prstGeom prst="ellipse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39044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markers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4105656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&lt;&lt;&lt;&lt;&lt;&lt;, =======, &gt;&gt;&gt;&gt;&gt;&gt;&gt; lines. Keep whichever code is correct (or rewrite it).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398264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4398264"/>
            <a:ext cx="457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489704"/>
            <a:ext cx="274320" cy="274320"/>
          </a:xfrm>
          <a:prstGeom prst="ellipse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44348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and commit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0120" y="463600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  then   git commit -m "Resolve merge conflict in about_me.py"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Cheat Sheet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13816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68680"/>
            <a:ext cx="8321040" cy="329184"/>
          </a:xfrm>
          <a:prstGeom prst="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86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81328" y="886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03520" y="886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243584"/>
            <a:ext cx="83210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43584"/>
            <a:ext cx="45720" cy="33832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29844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81328" y="12984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21808" y="129844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commit history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1609344"/>
            <a:ext cx="8321040" cy="338328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609344"/>
            <a:ext cx="45720" cy="33832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66420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81328" y="16642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--graph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21808" y="166420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branch graph in terminal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1975104"/>
            <a:ext cx="83210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975104"/>
            <a:ext cx="45720" cy="3383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029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81328" y="20299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21808" y="202996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changed since last commit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2340864"/>
            <a:ext cx="8321040" cy="338328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340864"/>
            <a:ext cx="45720" cy="3383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39572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81328" y="23957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21808" y="239572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staged / unstaged / untracked files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2706624"/>
            <a:ext cx="83210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2706624"/>
            <a:ext cx="45720" cy="3383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7614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81328" y="27614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file.py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21808" y="276148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changes in file (before staging)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3072384"/>
            <a:ext cx="8321040" cy="338328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72384"/>
            <a:ext cx="45720" cy="3383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12724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81328" y="31272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HEAD file.py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21808" y="312724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Unstage a file (keep changes in place)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11480" y="3438144"/>
            <a:ext cx="83210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3438144"/>
            <a:ext cx="45720" cy="33832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349300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481328" y="34930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21808" y="349300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shelve uncommitted changes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11480" y="3803904"/>
            <a:ext cx="8321040" cy="338328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3803904"/>
            <a:ext cx="45720" cy="338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38587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481328" y="38587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21808" y="385876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remote URLs (origin)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11480" y="4169664"/>
            <a:ext cx="83210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" y="4169664"/>
            <a:ext cx="45720" cy="3383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" y="422452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481328" y="42245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321808" y="422452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push: set upstream tracking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11480" y="4535424"/>
            <a:ext cx="8321040" cy="338328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" y="4535424"/>
            <a:ext cx="45720" cy="33832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45902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481328" y="45902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--list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321808" y="459028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name, email, all settings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9144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 Visually — Gamified Tools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84048" y="777240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84048" y="777240"/>
            <a:ext cx="416052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1208" y="886968"/>
            <a:ext cx="1558138" cy="237744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905256"/>
            <a:ext cx="15398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BEGINNERS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21208" y="1161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learngitbranching.js.org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1208" y="14721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simulator — type git commands, watch the commit graph animate live. Free.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21208" y="196596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learngitbranching.js.org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91456" y="777240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91456" y="777240"/>
            <a:ext cx="416052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28616" y="886968"/>
            <a:ext cx="916229" cy="237744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905256"/>
            <a:ext cx="897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GAME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928616" y="1161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My Git!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28616" y="14721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actual card game teaching Git. Free app for Win/Mac/Linux. Great for classroom reinforcement.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928616" y="196596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ohmygit.org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84048" y="2240280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84048" y="2240280"/>
            <a:ext cx="4160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1208" y="2350008"/>
            <a:ext cx="1058875" cy="23774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" y="2368296"/>
            <a:ext cx="104058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21208" y="2624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Git-it (Electron)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21208" y="29352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local challenges. Covers fork, clone, PR. Works offline. Free on GitHub.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21208" y="342900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github.com/jlord/git-it-electron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791456" y="2240280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91456" y="2240280"/>
            <a:ext cx="416052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928616" y="2350008"/>
            <a:ext cx="1344168" cy="23774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37760" y="23682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VISUALIZER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928616" y="2624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Git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28616" y="29352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command and watch the commit tree update instantly. Perfect for understanding merge vs rebase.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928616" y="342900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git-school.github.io/visualizing-git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84048" y="3703320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84048" y="3703320"/>
            <a:ext cx="4160520" cy="4572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21208" y="3813048"/>
            <a:ext cx="844906" cy="237744"/>
          </a:xfrm>
          <a:prstGeom prst="roundRect">
            <a:avLst>
              <a:gd name="adj" fmla="val 50000"/>
            </a:avLst>
          </a:prstGeom>
          <a:solidFill>
            <a:srgbClr val="FEFCE8"/>
          </a:solidFill>
          <a:ln w="12700">
            <a:solidFill>
              <a:srgbClr val="FEFC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0352" y="3831336"/>
            <a:ext cx="826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GAME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21208" y="4087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Githug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21208" y="43982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terminal-based git puzzle levels. Best once you know the basics. Free gem.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21208" y="48920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github.com/Gazler/githug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791456" y="3703320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791456" y="3703320"/>
            <a:ext cx="4160520" cy="4572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928616" y="3813048"/>
            <a:ext cx="916229" cy="237744"/>
          </a:xfrm>
          <a:prstGeom prst="roundRect">
            <a:avLst>
              <a:gd name="adj" fmla="val 50000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937760" y="3831336"/>
            <a:ext cx="897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4928616" y="4087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Git Tutorials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4928616" y="43982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Clearest written Git docs with diagrams. Covers every command visually. Bookmark this.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4928616" y="48920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atlassian.com/git/tutorials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Google Colab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Python notebooks — zero install, runs entirely in your browser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78992"/>
            <a:ext cx="457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274320" cy="27432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25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32688" y="11338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colab.research.google.com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39903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your Google account — free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92224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792224"/>
            <a:ext cx="457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947672"/>
            <a:ext cx="274320" cy="27432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18470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Notebook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11226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'+ New notebook' — Jupyter-style interface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505456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505456"/>
            <a:ext cx="4572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660904"/>
            <a:ext cx="274320" cy="274320"/>
          </a:xfrm>
          <a:prstGeom prst="ellipse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" y="25603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Google Drive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282549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Save → creates Colab Notebooks folder in Drive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218688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218688"/>
            <a:ext cx="457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374136"/>
            <a:ext cx="274320" cy="27432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" y="32735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Runtime (for GPU later)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35387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→ Change runtime type → T4 GPU (needed from Week 3)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115568"/>
            <a:ext cx="457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0789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cell types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17720" y="1481328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1481328"/>
            <a:ext cx="41148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Cell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73168" y="1810512"/>
            <a:ext cx="3657600" cy="457200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847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 from Colab!")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17720" y="2450592"/>
            <a:ext cx="4114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2450592"/>
            <a:ext cx="41148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505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Cell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73168" y="279806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My Heading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code with **bold** and *italic*.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teaching and portfolios.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17720" y="3529584"/>
            <a:ext cx="457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4930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shortcuts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17720" y="3895344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39136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+ Enter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00800" y="391363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cell, move to next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17720" y="4169664"/>
            <a:ext cx="4114800" cy="237744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41879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Enter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00800" y="418795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cell, stay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17720" y="4443984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44622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M B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00800" y="446227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code cell below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17720" y="4718304"/>
            <a:ext cx="4114800" cy="237744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6592" y="47365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M M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400800" y="473659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Markdown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9144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Daily Challenge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all tasks to GitHub before tomorrow's class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078992"/>
            <a:ext cx="8321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078992"/>
            <a:ext cx="4572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316736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3075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24128" y="1143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README.md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24128" y="1463040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README.md in VSCode. Add: ## About Me  — write your name, country, and one sentence about why you want to learn AI. Push it. Go to github.com/YOURUSERNAME and see it appear on your public profile.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1480" y="2011680"/>
            <a:ext cx="8321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2011680"/>
            <a:ext cx="4572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2249424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22402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24128" y="20756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3-Language Greeter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24128" y="2395728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greet.py. Use a name variable. Print 'Hello {name}' in English, 'Marhaba {name}' in Arabic, and 'Bonjour {name}' in French using f-strings. git add → commit → push.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11480" y="2944368"/>
            <a:ext cx="8321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11480" y="2944368"/>
            <a:ext cx="4572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" y="3182112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31729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24128" y="3008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+ Python Haiku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24128" y="3328416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 feature/haiku. Create haiku.py with a 3-line haiku about coding (5-7-5 syllables). Commit on the branch. Merge back to main. Push. Verify on GitHub that the commit shows the branch merge.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11480" y="3877056"/>
            <a:ext cx="8321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11480" y="3877056"/>
            <a:ext cx="45720" cy="80467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" y="411480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CA8A04">
              <a:alpha val="15000"/>
            </a:srgbClr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" y="410565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24128" y="39410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learngitbranching.js.org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973568" y="3968496"/>
            <a:ext cx="630936" cy="237744"/>
          </a:xfrm>
          <a:prstGeom prst="roundRect">
            <a:avLst>
              <a:gd name="adj" fmla="val 50000"/>
            </a:avLst>
          </a:prstGeom>
          <a:solidFill>
            <a:srgbClr val="FEFCE8"/>
          </a:solidFill>
          <a:ln w="12700">
            <a:solidFill>
              <a:srgbClr val="FEF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82712" y="3986784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24128" y="4261104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first 4 levels of the Introduction Sequence. Screenshot your progress and add it to your README under a ## Resources section.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Recap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13816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96012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60120"/>
            <a:ext cx="4572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612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1161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 — different things, work together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91456" y="96012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91456" y="960120"/>
            <a:ext cx="4572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16128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58384" y="1161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installed + PATH checkbox ticked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84048" y="182880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84048" y="1828800"/>
            <a:ext cx="4572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2996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50976" y="2029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config --global once per machine, right after install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91456" y="182880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791456" y="1828800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02996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58384" y="2029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 pair generated + public key added to GitHub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84048" y="269748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84048" y="2697480"/>
            <a:ext cx="4572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9864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50976" y="2898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created, cloned, opened in VSCode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791456" y="269748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791456" y="2697480"/>
            <a:ext cx="4572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898648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58384" y="2898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→ commit → push — your daily habit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384048" y="356616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84048" y="3566160"/>
            <a:ext cx="4572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767328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50976" y="3767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— always before you start work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4791456" y="356616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791456" y="3566160"/>
            <a:ext cx="4572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3767328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358384" y="3767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merging, conflict resolution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384048" y="4462272"/>
            <a:ext cx="8348472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566928" y="4507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2: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2633472" y="4507992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Variables &amp; Operators — 6 Python types, casting, f-strings, BMI calculator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566928" y="4773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Day 1 challenge before class starts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Git, GitHub &amp; Python Setup</dc:title>
  <dc:subject>PptxGenJS Presentation</dc:subject>
  <dc:creator>PptxGenJS</dc:creator>
  <cp:lastModifiedBy>PptxGenJS</cp:lastModifiedBy>
  <cp:revision>1</cp:revision>
  <dcterms:created xsi:type="dcterms:W3CDTF">2026-05-19T06:24:08Z</dcterms:created>
  <dcterms:modified xsi:type="dcterms:W3CDTF">2026-05-19T06:24:08Z</dcterms:modified>
</cp:coreProperties>
</file>