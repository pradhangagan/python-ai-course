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28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9025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&amp; Functions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every Python program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build a real budgeting app — Personal Finance Tracker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578608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688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Dicts: key-value pairs, methods, nested dicts, comprehensions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35808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260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Functions: definition, parameters, *args, **kwargs, lambdas, scope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493008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832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Personal Finance Tracker built in 5 stages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50208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8404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 ·  Beginner-Intermediate  ·  Colab + VSCode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Python · AI · ML Curriculum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Topics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0:00–0:25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37360" y="1389888"/>
            <a:ext cx="621792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399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697480" y="12801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97480" y="15727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pairs, methods, nested dicts, comprehensions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039112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039112"/>
            <a:ext cx="54864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40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0:25–0:45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37360" y="2240280"/>
            <a:ext cx="621792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224942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97480" y="21305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97480" y="242316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def, parameters, defaults, *args, **kwargs, lambdas, scope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889504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889504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09067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0:45–1:40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37360" y="3090672"/>
            <a:ext cx="694944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309981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97480" y="29809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Tracker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97480" y="32735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stages built live — VSCode, Colab for testing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739896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739896"/>
            <a:ext cx="54864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94106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1:40–2:00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737360" y="3941064"/>
            <a:ext cx="621792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37360" y="395020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697480" y="38313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+ Quiz + Daily Challenges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97480" y="412394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GitHub, 5-question quiz, assign daily work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DICTIONARIES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real dictionary — words map to definitions. Names map to data.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4389120" cy="324612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72768"/>
            <a:ext cx="405993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Creating dicts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 = {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"Ali",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"age": 25,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"city": "Karachi"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 by KEY (not by position)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print(person["name"])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"Ali"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or modify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person["email"] = "ali@mail.com"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person["age"] = 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37760" y="1463040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463040"/>
            <a:ext cx="54864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02352" y="15544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real dictionary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02352" y="18288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(keys) → definitions (values). Names → phone numbers. Keys must be unique and immutable.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2606040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2606040"/>
            <a:ext cx="54864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02352" y="26974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Lists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02352" y="29718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use positions: list[0]. Dicts use names: dict["key"]. Dicts are clearer when data has meaning.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3749040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3749040"/>
            <a:ext cx="54864" cy="1005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38404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02352" y="41148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APIs, Django models, database rows, Pandas DataFrames, configs — all dicts.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DICTIONARIES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Methods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35024"/>
            <a:ext cx="1645920" cy="310896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3533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.get('key')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86000" y="131673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access — returns None if missing, no error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1188720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188720"/>
            <a:ext cx="54864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82312" y="1335024"/>
            <a:ext cx="1645920" cy="310896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3533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.get('key', default)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37960" y="131673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Same, but returns your default value if missing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029968"/>
            <a:ext cx="54864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176272"/>
            <a:ext cx="1645920" cy="310896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1945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.update({...})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0" y="215798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modify multiple key-value pairs at once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2029968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029968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82312" y="2176272"/>
            <a:ext cx="1645920" cy="310896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21945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.keys()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37960" y="215798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keys (as view object)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871216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871216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3017520"/>
            <a:ext cx="1645920" cy="310896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0358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.values()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286000" y="29992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values (as view object)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17720" y="2871216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2871216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82312" y="3017520"/>
            <a:ext cx="1645920" cy="310896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30358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.items()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37960" y="29992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(key, value) pairs — best for loops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712464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3712464"/>
            <a:ext cx="54864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0352" y="3858768"/>
            <a:ext cx="1645920" cy="310896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387705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.pop('key')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286000" y="38404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key and return its value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17720" y="3712464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3712464"/>
            <a:ext cx="54864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82312" y="3858768"/>
            <a:ext cx="1645920" cy="310896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18888" y="387705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'key' in dict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537960" y="38404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key exists — True or False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DICTIONARIES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Dicts &amp; Comprehensions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704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dict — like a database: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426464"/>
            <a:ext cx="4114800" cy="260604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36192"/>
            <a:ext cx="3785616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"u1": {"name": "Ali", "age": 25},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"u2": {"name": "Sara", "age": 24},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 nested values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users["u1"]["name"]   # "Ali"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a new user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users["u3"]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"Ahmed", "age": 27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0" y="11704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comprehension: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426464"/>
            <a:ext cx="4114800" cy="260604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1536192"/>
            <a:ext cx="3785616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From a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 = ["apple", "banana"]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{item: (i+1) * 10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for i, item in enumerate(items)}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{"apple": 10, "banana": 20}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Group transactions by category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by_cat = {cat: [t['amount']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for t in trans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t['category'] == cat]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for cat in categories}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4206240"/>
            <a:ext cx="54864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297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0" y="42976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dicts are the structure of JSON, APIs, and databases. Dict comprehensions transform data efficiently — the foundation of data science.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FUNCTIONS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&amp; Calling Functions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recipe — same input always gives the same output.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81328"/>
            <a:ext cx="4389120" cy="315468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0352" y="1591056"/>
            <a:ext cx="405993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Simple function with a return value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f"Hello, {name}!"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Call 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= greet("Ali")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message is "Hello, Ali!"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parameters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add(a, b):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add(3, 5)  # 8</a:t>
            </a:r>
            <a:endParaRPr lang="en-US" sz="1000" dirty="0">
              <a:solidFill>
                <a:srgbClr val="191919"/>
              </a:solidFill>
              <a:latin typeface="Consolas" pitchFamily="34" charset="0"/>
            </a:endParaRPr>
          </a:p>
          <a:p>
            <a:pPr marL="0" indent="0">
              <a:buNone/>
            </a:pPr>
            <a:endParaRPr lang="en-US" sz="1000" dirty="0">
              <a:solidFill>
                <a:srgbClr val="191919"/>
              </a:solidFill>
              <a:latin typeface="Consolas" pitchFamily="34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# Function with no return (returns None implicitly)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def </a:t>
            </a:r>
            <a:r>
              <a:rPr lang="en-US" sz="1000" dirty="0" err="1">
                <a:latin typeface="Consolas" panose="020B0609020204030204" pitchFamily="49" charset="0"/>
              </a:rPr>
              <a:t>say_hello</a:t>
            </a:r>
            <a:r>
              <a:rPr lang="en-US" sz="1000" dirty="0">
                <a:latin typeface="Consolas" panose="020B0609020204030204" pitchFamily="49" charset="0"/>
              </a:rPr>
              <a:t>(name):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    print(</a:t>
            </a:r>
            <a:r>
              <a:rPr lang="en-US" sz="1000" dirty="0" err="1">
                <a:latin typeface="Consolas" panose="020B0609020204030204" pitchFamily="49" charset="0"/>
              </a:rPr>
              <a:t>f"Hi</a:t>
            </a:r>
            <a:r>
              <a:rPr lang="en-US" sz="1000" dirty="0">
                <a:latin typeface="Consolas" panose="020B0609020204030204" pitchFamily="49" charset="0"/>
              </a:rPr>
              <a:t>, {name}!")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 err="1">
                <a:latin typeface="Consolas" panose="020B0609020204030204" pitchFamily="49" charset="0"/>
              </a:rPr>
              <a:t>say_hello</a:t>
            </a:r>
            <a:r>
              <a:rPr lang="en-US" sz="1000" dirty="0">
                <a:latin typeface="Consolas" panose="020B0609020204030204" pitchFamily="49" charset="0"/>
              </a:rPr>
              <a:t>("Sara")  # prints, but returns None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37760" y="1481328"/>
            <a:ext cx="38404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481328"/>
            <a:ext cx="54864" cy="3154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6276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0" y="1975104"/>
            <a:ext cx="352044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21031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 keyword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0" y="233172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definition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26974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Parameters in ( 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292608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the function accepts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32918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return keyword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35204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value back to the caller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41148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return, the function returns None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FUNCTIONS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&amp; Arguments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0690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1645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Arguments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91056"/>
            <a:ext cx="3749040" cy="118872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700784"/>
            <a:ext cx="34198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greet(name, greeting="Hello"):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f"{greeting}, {name}!"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greet("Ali")            # "Hello, Ali!"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greet("Ali", "Hi")      # "Hi, Ali!"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18872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188720"/>
            <a:ext cx="54864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280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(variable positional)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1591056"/>
            <a:ext cx="3840480" cy="118872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1700784"/>
            <a:ext cx="35112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add_all(*numbers):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sum(numbers)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add_all(1, 2, 3)         # 6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add_all(1, 2, 3, 4, 5)   # 15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0690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71800"/>
            <a:ext cx="54864" cy="1645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63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 (variable keyword)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374136"/>
            <a:ext cx="3749040" cy="118872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483864"/>
            <a:ext cx="34198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create_user(username, **profile):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{"username": username,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"profile": profile}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create_user("ali", age=25, city="KHI")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297180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971800"/>
            <a:ext cx="54864" cy="1645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063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Order (must follow)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3374136"/>
            <a:ext cx="3840480" cy="118872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3483864"/>
            <a:ext cx="35112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func(a, b, *args, c=10, **kwargs):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positional  (a, b)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*args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keyword default  (c=10)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**kwargs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FUNCTIONS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Lambdas, Scope &amp; a Critical Warning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 — anonymous one-liners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114800" cy="182880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72768"/>
            <a:ext cx="378561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Regular function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square(x):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 ** 2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Lambda equivalent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 = lambda x: x ** 2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Used in sorting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sorted(nums, key=lambda x: abs(x-5))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Used in filtering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filter(lambda x: x % 2 == 0, nums)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0" y="11887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LEGB rule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114800" cy="182880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1572768"/>
            <a:ext cx="378561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"global"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outer():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 = "enclosing"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inner():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z = "local"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Can access x, y, z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inner()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LEGB: Local, Enclosing,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Global, Built-in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456432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456432"/>
            <a:ext cx="54864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84448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96112" y="35661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Never use mutable defaults (from Day 4 Part 2)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858768"/>
            <a:ext cx="8092440" cy="91440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3968496"/>
            <a:ext cx="77632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WRONG — shared list across calls!         # RIGHT — use None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add(x, lst=[]):                          def add(x, lst=None):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lst.append(x)                                if lst is None: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lst                                       lst = 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lst.append(x)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return lst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Tracker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PROJECT — VSCODE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280160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43000" y="13898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View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43000" y="16642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transactions as dicts, display in a formatted table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17720" y="1280160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20" y="128016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00600" y="14813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0060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94960" y="13898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&amp; Filter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94960" y="16642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total, filter by category, summary grouped by category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65760" y="2286000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" y="228600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24871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143000" y="2395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3000" y="2670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**kwargs for flexible filtering (category + amount range)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617720" y="2286000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17720" y="228600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800600" y="24871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0060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394960" y="2395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Add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394960" y="2670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*args to add multiple transactions at once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65760" y="3291840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65760" y="329184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8640" y="34930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143000" y="3401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Loop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43000" y="36758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CLI with 8 options — full working app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365760" y="429768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365760" y="4297680"/>
            <a:ext cx="54864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94360" y="44074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end: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1874520" y="44074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budgeting app — same patterns Mint and YNAB use internally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ALONG — STAGE 1 OF 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View Transactions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transactions as dicts in a list. Display them in a formatted table.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8412480" cy="338328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88823"/>
            <a:ext cx="808329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 = []  # Each transaction is a dict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add_transaction(description, amount, category):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"""Add a new transaction to the list."""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transaction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"description": description,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"amount": amount,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"category": category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transactions.append(transaction)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  Added: {description} (${amount})")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view_transactions():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"""Display all transactions in a formatted table."""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transactions: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print("\n  No transactions yet.")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 t in enumerate(transactions, 1):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  {i}. {t['description']:&lt;20} ${t['amount']:&gt;8.2f}")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 += t['amount']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  TOTAL: ${total:.2f}")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ALONG — STAGE 2 OF 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&amp; Filter by Category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totals, filter by category, and group spending. Real reporting starts here.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8412480" cy="338328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44167"/>
            <a:ext cx="808329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get_balance():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"""Return the total amount spent."""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sum(t['amount'] for t in transactions)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get_by_category(category):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"""Return all transactions matching the given category."""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[t for t in transactions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t['category'].lower() == category.lower()]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category_summary():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"""Show total spending grouped by category."""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transactions: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print("\n  No transactions.")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by_cat = {}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 in transactions: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cat = t['category']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by_cat[cat] = by_cat.get(cat, 0) + t['amount']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print("\n  --- Spending by Category ---")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cat, total in sorted(by_cat.items()):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  {cat:&lt;20} ${total:&gt;8.2f}")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ALONG — STAGE 3 OF 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Filtering with **kwargs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callers mix any combination of filters. This is exactly how Django ORM works.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8412480" cy="338328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9734"/>
            <a:ext cx="808329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filter_transactions(**filters):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Accepted filters: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category    - exact match (case-insensitive)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amount_min  - minimum amount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amount_max  - maximum amount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transactions.copy()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'category' in filters: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cat = filters['category'].lower()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[t for t in result if t['category'].lower() == cat]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'amount_min' in filters: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[t for t in result if t['amount'] &gt;= filters['amount_min']]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'amount_max' in filters: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[t for t in result if t['amount'] &lt;= filters['amount_max']]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it — any combination works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filter_transactions(category='food')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filter_transactions(amount_min=50)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filter_transactions(category='food', amount_max=50)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ALONG — STAGE 4 OF 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Add with *args + Monthly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multiple transactions in one call. Compute percentages for a real summary.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8412480" cy="338328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33856"/>
            <a:ext cx="808329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add_multiple(*transactions_data):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 multiple transactions at once.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Each item: (description, amount, category)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desc, amount, cat in transactions_data: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add_transaction(desc, amount, cat)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get_monthly_summary():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"""Print a full summary with percentages."""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transactions: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get_balance()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by_cat = {}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 in transactions: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by_cat[t['category']] = by_cat.get(t['category'], 0) + t['amount']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print(f"\n  === Monthly Summary ===")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  Total: ${total:.2f}    Transactions: {len(transactions)}")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print("\n  By Category:")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cat in sorted(by_cat.keys()):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pct = (by_cat[cat] / total * 100) if total &gt; 0 else 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    {cat:&lt;18} ${by_cat[cat]:&gt;8.2f}  ({pct:&gt;5.1f}%)")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Usage — add many at once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add_multiple(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("Coffee", 5.00, "food"),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("Bus fare", 2.50, "transport"),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ALONG — STAGE 5 OF 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Menu Loop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it all together — a full CLI app with 8 options. The user-facing layer.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8412480" cy="338328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17699"/>
            <a:ext cx="808329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main():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"""Main menu loop."""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print("\n  === Personal Finance Tracker ===")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print("\n  1. Add  2. View all  3. By category  4. Balance")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  5. Summary  6. Filter  7. Monthly  8. Exit")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choice = input("\n  Choose: ").strip()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choice == "1":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desc = input("  Description: 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try: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amt = float(input("  Amount: $"))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cat = input("  Category: 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add_transaction(desc, amt, cat)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except ValueError: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print("  Invalid amount.")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choice == "2": view_transactions()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choice == "3": print(get_by_category(input("  Category: ")))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choice == "4": print(f"  ${get_balance():.2f}")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choice == "5": category_summary()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choice == "7": get_monthly_summary()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choice == "8":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print("\n  Goodbye!"); break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 print("  Invalid choice.")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16736"/>
            <a:ext cx="2103120" cy="292608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33502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my_dict['key']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0352" y="166420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if key missing. Use .get('key') for safety.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118872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188720"/>
            <a:ext cx="54864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82312" y="1316736"/>
            <a:ext cx="2103120" cy="292608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33502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Forgetting return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82312" y="166420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returns None silently. Always return if you need a value.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286000"/>
            <a:ext cx="54864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414016"/>
            <a:ext cx="2103120" cy="292608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43230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 parameter order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27614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be: positional, *args, keyword default, **kwargs.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228600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286000"/>
            <a:ext cx="54864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82312" y="2414016"/>
            <a:ext cx="2103120" cy="292608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243230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lambda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82312" y="27614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 are for tiny operations. For complex logic, use def.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38328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383280"/>
            <a:ext cx="54864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3511296"/>
            <a:ext cx="2103120" cy="292608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52958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f(lst=[])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0352" y="38587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default! Use lst=None and create list inside.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17720" y="338328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3383280"/>
            <a:ext cx="54864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82312" y="3511296"/>
            <a:ext cx="2103120" cy="292608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352958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Modifying dict in loop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82312" y="38587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key list first: for key in list(my_dict.keys())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HABITS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Best Practices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2435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.get() for safety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146304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my_dict.get('key', default)  not  my_dict['key']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810512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10512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194767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47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18653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should be pure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20848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gives same output. Don't depend on global state.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432304"/>
            <a:ext cx="54864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56946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569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2487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**kwargs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0120" y="270662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accepted keys in the docstring. Readers will thank you.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054096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054096"/>
            <a:ext cx="54864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19125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1089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type hints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60120" y="332841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add(a: int, b: int) -&gt; int — clarity for free.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675888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675888"/>
            <a:ext cx="54864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81304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813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0120" y="37307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with .items()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60120" y="395020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key, value in d.items()  not  for key in 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4297680"/>
            <a:ext cx="54864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43484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434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60120" y="43525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mutable defaults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60120" y="457200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None and create the mutable inside the function.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Dicts &amp; Functions in Production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3611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Dicts everywhere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246888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865376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739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from every API (Twitter, GitHub, OpenAI)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322576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2311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models — each instance is a dict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779776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6883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rows returned from SQL queries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236976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1455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DataFrames — each row is a dict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27832" y="118872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27832" y="1188720"/>
            <a:ext cx="54864" cy="3611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1280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everywhere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10712" y="1627632"/>
            <a:ext cx="246888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1865376"/>
            <a:ext cx="7315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17739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Python module exports functions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29000" y="2322576"/>
            <a:ext cx="7315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22311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— HTTP request → function → response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29000" y="2779776"/>
            <a:ext cx="7315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26883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 — each step is a function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29000" y="3236976"/>
            <a:ext cx="7315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31455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 train(), predict(), evaluate()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9904" y="118872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9904" y="1188720"/>
            <a:ext cx="54864" cy="3611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1280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pattern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72784" y="1627632"/>
            <a:ext cx="246888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91072" y="1865376"/>
            <a:ext cx="73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3952" y="17739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Stripe, PayPal, banking apps use dict + function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91072" y="2322576"/>
            <a:ext cx="73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73952" y="22311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apps: Mint, YNAB use this structure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91072" y="2779776"/>
            <a:ext cx="73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3952" y="26883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Finance Tracker is exactly what pros build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91072" y="3236976"/>
            <a:ext cx="73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31455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JSON storage (Day 6) makes it persistent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Daily Challenges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8961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all challenges to GitHub before tomorrow's class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65760" y="1207008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207008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37160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371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98448" y="1280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Grade Tracker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120640" y="1325880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13350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day05_grades.py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298448" y="157276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as dicts: {name, math, english, science}. Functions: add_student(), get_average(), find_top_student(). Dict comprehension to find students &gt; 80%.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2075688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2075688"/>
            <a:ext cx="54864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224028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2240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298448" y="2148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Menu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120640" y="2194560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220370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day05_menu.py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298448" y="24414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dicts: {category: {item: price}}. Functions: add_item(), view_menu(), calculate_order(items), filter_by_price().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65760" y="2944368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5760" y="2944368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310896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3108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298448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Closures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120640" y="3063240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20640" y="30723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day05_counter.py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298448" y="331012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counter_factory() that returns a function. Each call increments an internal counter (demonstrates nested scope).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65760" y="3813048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65760" y="3813048"/>
            <a:ext cx="54864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8640" y="397764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8640" y="3977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298448" y="3886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ORM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5120640" y="3931920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120640" y="39410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day05_bonus.py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1298448" y="417880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ORM: User.create(), User.all(), User.find(id), User.update(id, **fields), User.delete(id). Previews Week 3 OOP.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&amp; Quick Quiz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VSCode terminal: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114800" cy="160020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72768"/>
            <a:ext cx="37856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day05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finance_tracker.py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"Day 5: dicts &amp; functions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— personal finance tracker"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88720"/>
            <a:ext cx="54864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98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 — Open Colab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591056"/>
            <a:ext cx="374904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91640"/>
            <a:ext cx="3749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How to safely access a missing dict key?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What does *args collect into?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What does **kwargs collect into?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When should you use lambda vs def?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Can a list be used as a dict key?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2461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GitHub folder now: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8412480" cy="128016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630168"/>
            <a:ext cx="80832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python-ai-journey/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day01.py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day02/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day03/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day04/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day05/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finance_tracker.py    &lt;-- new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— File I/O &amp; OOP Basics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841248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7589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34640" y="130759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load your tracker permanently using JSON files. The list of dicts persists to disk.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57400"/>
            <a:ext cx="54864" cy="7589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488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217627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dicts (attributes) and functions (methods) into a class. Cleaner than scattered functions.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841248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26080"/>
            <a:ext cx="54864" cy="7589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17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304495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class shares behavior with child classes. AdminUser &lt; User.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841248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794760"/>
            <a:ext cx="54864" cy="7589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862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tracker evolves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34640" y="391363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a FinanceTracker class with Transaction objects. Same logic, better organized.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617720"/>
            <a:ext cx="54864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Re-read today's instructor notes before tomorrow. The OOP jump is smooth if dicts/functions are solid.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RECAP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Learned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0759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1280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0" y="129844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pairs. The standard way to organize labeled data in Python.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69164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1691640"/>
            <a:ext cx="54864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10512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1248" y="1783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methods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743200" y="18013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.get(), .update(), .items(), .pop(). Use .get() for safety.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5760" y="219456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194560"/>
            <a:ext cx="54864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dicts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2743200" y="230428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of dicts. The structure of JSON, APIs, databases.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65760" y="269748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65760" y="2697480"/>
            <a:ext cx="54864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16352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1248" y="2788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2743200" y="280720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logic. def, parameters, return. The building blocks.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65760" y="320040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65760" y="3200400"/>
            <a:ext cx="54864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19272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41248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&amp; **kwargs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2743200" y="33101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arguments. Used everywhere in real libraries.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65760" y="370332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65760" y="3703320"/>
            <a:ext cx="54864" cy="43891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22192"/>
            <a:ext cx="201168" cy="20116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41248" y="3794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 &amp; scope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2743200" y="381304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one-liners + LEGB rule for variable lookup.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365760" y="420624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365760" y="4206240"/>
            <a:ext cx="54864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25112"/>
            <a:ext cx="201168" cy="20116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41248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Tracker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2743200" y="43159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program built in 5 stages. Foundation for all future projects.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3319</Words>
  <Application>Microsoft Office PowerPoint</Application>
  <PresentationFormat>On-screen Show (16:9)</PresentationFormat>
  <Paragraphs>509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5 — Dictionaries &amp; Functions</dc:title>
  <dc:subject>PptxGenJS Presentation</dc:subject>
  <dc:creator>PptxGenJS</dc:creator>
  <cp:lastModifiedBy>Gagan Pradhan</cp:lastModifiedBy>
  <cp:revision>3</cp:revision>
  <dcterms:created xsi:type="dcterms:W3CDTF">2026-06-09T07:31:26Z</dcterms:created>
  <dcterms:modified xsi:type="dcterms:W3CDTF">2026-06-10T11:19:39Z</dcterms:modified>
</cp:coreProperties>
</file>