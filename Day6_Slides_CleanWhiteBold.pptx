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51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I/O, Exceptions &amp; 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scripts to programs — persistence +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refactor your Day 5 Finance Tracker into proper OOP with JSON storage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read &amp; write, context manager, JSON &amp;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handling: try/except/else/finally, specific exceptions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classes, __init__, self, methods, inheritance, super()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Intermediate  ·  Colab + VSCode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Topics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353312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36245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252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&amp; JSON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14813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Modes, context manager, json.dump/load, csv, os module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56232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20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0:25–0:35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020824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02996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19202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97480" y="21488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try/except/else/finally, specific exceptions, raise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23744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8833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0:35–0:45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688336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6974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587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Basics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28163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__init__, self, methods, inheritance, super()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91256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55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355848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3649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97480" y="32552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Finance Tracker → OOP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697480" y="348386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— Transaction class, FinanceTracker, JSON, User+Admin, error handling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5876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858768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023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402336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4032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97480" y="3922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Pythontutor + Commit + Quiz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697480" y="415137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classes, push to GitHub, daily challenges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FILE I/O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let your program REMEMBER things between runs.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modes: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23774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847088"/>
            <a:ext cx="3785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   READ (default)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 must exist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   WRITE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Creates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OVERWRITES existing!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   APPEND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Creates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Adds to end if exists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4630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way — context manager: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114800" cy="23774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47088"/>
            <a:ext cx="3785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Auto-closes the file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 "r")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Even if exception happens,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is properly closed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open("notes.txt", "w")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f.write("Hello\n")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f.write("World\n")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line by line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open("notes.txt", "r")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print(line.strip())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4251960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7083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77824" y="4334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43708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"w" mode OVERWRITES existing files. Use "a" if you want to add to a file. Always use "with" — auto-closes even on errors.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FILE I/O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The Universal Data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API, every config file, every fintech app. JSON is everywhere.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297680" cy="32461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96849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00" dirty="0"/>
          </a:p>
          <a:p>
            <a:pPr marL="0" indent="0" algn="just">
              <a:buNone/>
            </a:pP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"Ali",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25,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"interests": ["AI", "Python"]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just">
              <a:buNone/>
            </a:pP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 — Python object → JSON file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open("user.json", "w") as f: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json.dump(user, f, indent=2)</a:t>
            </a:r>
            <a:endParaRPr lang="en-US" sz="1000" dirty="0"/>
          </a:p>
          <a:p>
            <a:pPr marL="0" indent="0" algn="just">
              <a:buNone/>
            </a:pP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— JSON file → Python object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open("user.json", "r") as f: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json.load(f)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print(data["name"])  # "Ali"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63040"/>
            <a:ext cx="54864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5544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JSON functions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703320" cy="102412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938528"/>
            <a:ext cx="3374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json.dump(obj, file)   # Python →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json.load(file)        # file → Python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json.dumps(obj)        # Python →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json.loads(string)     # string → Python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306324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1546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↔ JSON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383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→ object {...}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array [...]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int/float → number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→ true/false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null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→ list (no tuples in JSON!)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→ cannot serialize (convert to list first)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FILE I/O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&amp; os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for tabular data: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4114800" cy="2606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36192"/>
            <a:ext cx="37856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open("data.csv", "w", newline="")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csv.DictWriter(f,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fieldnames=["name", "age"])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w.writeheader()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w.writerow({"name": "Ali", "age": 25})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open("data.csv", "r")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csv.DictReader(f)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CSV values are always STRINGS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must convert numeric fields yourself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 — paths &amp; files: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26464"/>
            <a:ext cx="4114800" cy="2606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8032" y="1536192"/>
            <a:ext cx="37856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 err="1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Does file exist?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os.path.exists("data.json")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/ False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path (cross-platform!)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os.path.join("data", "file.txt")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"data/file.txt" on Linux/Mac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"data\file.txt" on Windows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folders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os.makedirs("data/2024", exist_ok=True)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os.listdir(".")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224528"/>
            <a:ext cx="54864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15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4315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 nested data with mixed types. CSV for flat tables (Excel-friendly). Always os.path.join() instead of manual / or \ — cross-platform safety.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will go wrong. Handle problems gracefully instead of crashing.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00" cy="32461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24281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open("data.json", "r") as f: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json.load(f)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print("File doesn't exist, starting fresh.")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{}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json.JSONDecodeError: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print("File is corrupted.")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{}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ONLY if no exception happened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print(f"Loaded {len(data)} items.")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runs — exception or not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print("Done attempting to load.")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463040"/>
            <a:ext cx="54864" cy="3246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828800"/>
            <a:ext cx="35204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965960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0116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4032" y="2020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missing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2340864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23865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4032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— int('abc')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2715768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761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14032" y="2770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op — 'abc' + 5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090672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31363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4032" y="3145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dict key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3465576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35112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14032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 out of range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3840480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886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4032" y="38953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zero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4215384"/>
            <a:ext cx="3520440" cy="310896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42611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json.JSONDecodeError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4032" y="4270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JSON content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Your Own Exceptions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detect a bad state, throw an exception with a clear message.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00" cy="27432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2428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withdraw(amount, balance):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&lt;= 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ValueError("Amount must be positive")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&gt; balance: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f"Insufficient funds: ${amount} &gt; ${balance}"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balance - amount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 code wraps in try/except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new_balance = withdraw(100, 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print(f"Transaction failed: {e}")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Transaction failed: Insufficient funds: $100 &gt; $50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46304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5544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raise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(negative amounts, empty strings). Business rule violations (overdraft, unauthorized access). Impossible states (can't proceed safely).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88036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880360"/>
            <a:ext cx="54864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9718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246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catch SPECIFIC exceptions, not bare except: — that hides bugs. Include useful info in error messages so debugging is easy.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34340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3484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" y="44165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27632" y="4434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bare "except:" — it catches EVERYTHING including syntax errors and keyboard interrupts. Always specify what you expect.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OBJECT-ORIENTED PROGRAMMING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— class, __init__, self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BLUEPRINT. An object is a thing built from 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937760" cy="32461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608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Transaction: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financial transaction."""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description, amount, category):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self refers to the new object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self.description = description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self.amount = 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self.category = category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f"{self.description}: ${</a:t>
            </a:r>
            <a:r>
              <a:rPr lang="en-US" sz="1000" dirty="0" err="1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self.amount</a:t>
            </a: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		[{</a:t>
            </a:r>
            <a:r>
              <a:rPr lang="en-US" sz="1000" dirty="0" err="1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set.category</a:t>
            </a: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objects (instances)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Transaction("Groceries", 45.50, "food")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Transaction("Gas", 60.00, "transport")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print(t1)              # "Groceries: $45.5"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print(t1.description)  # "Groceries"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print(t1.amount)       # 45.5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1463040"/>
            <a:ext cx="3337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1463040"/>
            <a:ext cx="54864" cy="3246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865376"/>
            <a:ext cx="31089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9933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to define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runs when creating object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2852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8529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object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2826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built from class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37124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on object (self.amount)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4142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4142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 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super()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 IS A User" — Admin inherits everything from User and adds more.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" y="1335024"/>
            <a:ext cx="4937760" cy="32461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2748"/>
            <a:ext cx="4608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greet(self):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f"Hi, I'm {self.name}"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Admin(User):              # Admin INHERITS from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super().__init__(name)  # Call parent's __init__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self.role = "admin"     # Admin-specific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delete_all(self):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(admin) cleared data"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User("Ali")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= Admin("Sara")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print(user.greet())     # "Hi, I'm Ali"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print(admin.greet())    # "Hi, I'm Sara"  ← inherited!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print(admin.delete_all())  # Admin-only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146304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146304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5544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basics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Child(Parent): — Child IS-A Parent. Gets all Parent methods and attributes for free.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super().__init__(name) calls Parent's constructor so Child also gets its setup.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3108960"/>
            <a:ext cx="3337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310896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200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3474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behavior per class. Dog.speak() returns 'Woof', Cat.speak() returns 'Meow'. Powerful for designing flexible APIs.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Finance Tracker → OOP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REFACTOR — VSCODE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801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becomes an object with to_dict / from_dict methods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2801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2801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481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94960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FinanceTracker class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transaction list. All Day 5 functions become methods.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22860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2860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4871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and load() methods — your data survives between runs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17720" y="22860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22860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4871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39496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Admin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Admin is a User with delete_all() power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329184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5760" y="32918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34930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43000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Error Handling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everything in try/except. Production-ready code.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" y="4297680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82880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yesterday, dramatically cleaner structure. This is how real Python is written.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1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becomes an object. to_dict() and from_dict() bridge to JSON.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44167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Transaction: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single financial transaction."""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description, amount, category):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self.description = description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self.amount = amount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self.category = category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self.date = datetime.now().isoformat()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to_dict(self):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"""Convert this object to a dict for JSON storage."""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self.description,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"amount": self.amount,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"category": self.category,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"date": self.date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from_dict(cls, data):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"""Create a Transaction from a dict (when loading from JSON)."""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cls(data["description"], data["amount"], data["category"])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t.date = data.get("date", datetime.now().isoformat())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f"{self.description}: ${self.amount:.2f} [{self.category}]"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2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FinanceTracker 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transactions list. Yesterday's functions become this class's methods.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9750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FinanceTracker: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"""Manages a collection of transactions."""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 = []  # each tracker owns its own list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description, amount, category):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Transaction(description, amount, category)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self.transactions.append(t)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get_balance(self):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sum(t.amount for t in self.transactions)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get_by_category(self, category):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[t for t in self.transactions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t.category.lower() == category.lower()]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filter(self, **filters):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self.transactions.copy()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'category' in filters: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 = filters['category'].lower()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[t for t in result if t.category.lower() == cat]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'amount_min' in filters: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[t for t in result if t.amount &gt;= filters['amount_min']]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3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Save &amp; Load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Persistence! Your data survives between program runs.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99033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these methods to FinanceTracker: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filename="transactions.json"):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"""Save all transactions to a JSON file."""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open(filename, "w")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 = [t.to_dict() for t in self.transactions]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json.dump(data, f, indent=2)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Saved {len(self.transactions)} transactions.")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IOError as 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Error saving: {e}")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load(self, filename="transactions.json"):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"""Load transactions from a JSON file."""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os.path.exists(filename):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No saved file. Starting fresh.")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open(filename, "r")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 = json.load(f)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self.transactions = [Transaction.from_dict(d) for d in data]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Loaded {len(self.transactions)} transactions.")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(json.JSONDecodeError, IOError) as 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Error loading: {e}")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self.transactions = []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4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Admin Inheritance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A User — gets all User methods plus an admin-only delete_all().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9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"""Base User class."""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user_count = 0  # CLASS attribute — shared across all users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self.created_at = datetime.now().isoformat()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User.user_count += 1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greet(self):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f"Hi, I'm {self.name}"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f"User: {self.name}"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Admin(User):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"""Admin user — User + extra powers."""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super().__init__(name)   # Call User's __init__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self.role = "admin"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delete_all(self, tracker):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"""Admin-only: clear all transactions."""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= len(tracker.transactions)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tracker.transactions = 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tracker.save()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{self.name} (admin) deleted {count} transactions.")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5 OF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Error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it all together with a main() function and graceful error handling.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16735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"""Main entry point."""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  === Personal Finance Tracker (OOP) ===")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Create users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User("Ali")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 = Admin("Sara")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{user.greet()}")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{admin.greet()} (Role: {admin.role})")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Create tracker — auto-loads existing 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 = FinanceTracker()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tracker.load()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transactions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tracker.add("Groceries", 45.50, "food")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tracker.add("Gas", 60.00, "transport")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Error adding transaction: {e}")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tracker.summary()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tracker.save()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print(f"\n  Users this session: {User.user_count}")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1673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350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Forgetting self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foo(): vs def foo(self): — every method needs self.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31673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350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'w' instead of 'a'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8231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'w' OVERWRITES the file. Use 'a' to append instead.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41401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class attribute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Lists/dicts as class attributes are SHARED. Use __init__ instead.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28600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41401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4323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super().__init__()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8231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doesn't inherit parent setup. Always call super().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8328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51129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Bare 'except:'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EVERYTHING including syntax errors. Always be specific.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38328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3511296"/>
            <a:ext cx="219456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tracker.save (no parens)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8231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() you get the method object, not its result.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HABITS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'with' for 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 closes the file even on errors. Standard in all codebases.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10512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9476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865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 exceptions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084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FileNotFoundError — not bare except: which hides real bugs.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32304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94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file ops in try/except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can disappear, permissions can change. Handle it.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5409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54096"/>
            <a:ext cx="54864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91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mutable in __init__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33284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lists or dicts as class attributes. Always self.x = [] inside __init__.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7588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75888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8130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super().__init__()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0120" y="39502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of every child class __init__. Always.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29768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4348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4352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__name__ == "__main__":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0120" y="45720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your file runnable as a script AND importable as a module.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 Apps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&amp; 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653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 API returns JSON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3225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files, log files, cache files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documents (MongoDB)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payloads (Slack, Stripe, GitHub)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188720"/>
            <a:ext cx="54864" cy="3611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865376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— never crash on user input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2322576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handle connection failures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779776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 — retry on network errors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236976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— handle missing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188720"/>
            <a:ext cx="54864" cy="3611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Everywhere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2784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18653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Models, Flask App classes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91072" y="23225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— class with methods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7797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every algorithm is a class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32369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PyTorch/TensorFlow — Model is a class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Daily Challenges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896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before tomorrow's Week 1 mini-project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0700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07008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BirthdayContact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20640" y="132588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335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day06_birthday_contact.py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98448" y="157276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class (name, phone, email) + BirthdayContact subclass with days_until_birthday() method. Use datetime.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07568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075688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4028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98448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Tracker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120640" y="219456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2203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day06_library.py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298448" y="24414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+ Library classes. Methods: add_book, find_by_author, save/load JSON. Practice the full pattern.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294436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2944368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10896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98448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120640" y="30632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day06_bank.py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298448" y="331012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base class. SavingsAccount (with interest), CheckingAccount (with overdraft). Inheritance with different behavior.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65760" y="381304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3813048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39776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98448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Yourself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120640" y="393192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3941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day06_bonus.py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298448" y="417880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Day 5 finance_tracker.py and refactor to OOP without copying today's code. Add a feature today's version doesn't have.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Visualize, Commit &amp; Quiz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Pythontutor visualization: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22860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7856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Paste at pythontutor.com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Click "Visualize Execution"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Transaction: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desc, amt):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 = desc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self.amt = amt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FinanceTracker: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 = []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Transaction("Coffee", 5.0)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Transaction("Lunch", 12.0)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 = FinanceTracker()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tracker.transactions.append(t1)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tracker.transactions.append(t2)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041648"/>
            <a:ext cx="4114800" cy="786384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4151376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day06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finance_tracker_oop.py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6: OOP refactor"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591056"/>
            <a:ext cx="37490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19072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Why use "with open(...) as f:" instead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of f = open(...) then f.close()?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What's the difference between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"w" and "a" file modes?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does super().__init__() do?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Why catch FileNotFoundError instead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of bare except:?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What's the difference between an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instance attribute and a class attribute?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RECAP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&amp;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17520" y="12984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(r/w/a), context manager (with open), JSON dump/load, CSV reader/writer.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16916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691640"/>
            <a:ext cx="548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017520" y="18013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try/except/else/finally — catch specific exceptions, raise your own.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219456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194560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017520" y="23042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blueprints. __init__, self, methods, instance vs class attributes.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2697480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1635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017520" y="2807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Child(Parent), super(), method overriding. 'Admin IS A User.'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32004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200400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project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017520" y="331012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5 logic, cleaner structure. Transaction + FinanceTracker + User+Admin.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101600" dist="38100" dir="8100000" algn="bl" rotWithShape="0">
              <a:srgbClr val="191919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3886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7: Week 1 Mini-Project (Task Manager CLI)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864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Task Manager — 100% OOP from day one, JSON persistence, professional README. You'll also meet GitHub Copilot for the first time. This is your Week 1 portfolio piece.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3849</Words>
  <Application>Microsoft Office PowerPoint</Application>
  <PresentationFormat>On-screen Show (16:9)</PresentationFormat>
  <Paragraphs>596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File I/O, Exception Handling &amp; OOP</dc:title>
  <dc:subject>PptxGenJS Presentation</dc:subject>
  <dc:creator>PptxGenJS</dc:creator>
  <cp:lastModifiedBy>Gagan Pradhan</cp:lastModifiedBy>
  <cp:revision>3</cp:revision>
  <dcterms:created xsi:type="dcterms:W3CDTF">2026-06-15T05:53:01Z</dcterms:created>
  <dcterms:modified xsi:type="dcterms:W3CDTF">2026-06-18T11:20:14Z</dcterms:modified>
</cp:coreProperties>
</file>